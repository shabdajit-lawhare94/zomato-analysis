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68" autoAdjust="0"/>
    <p:restoredTop sz="94660"/>
  </p:normalViewPr>
  <p:slideViewPr>
    <p:cSldViewPr snapToGrid="0">
      <p:cViewPr varScale="1">
        <p:scale>
          <a:sx n="69" d="100"/>
          <a:sy n="69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516D334-D07D-449B-842B-064D113E37E7}" type="datetimeFigureOut">
              <a:rPr lang="en-IN" smtClean="0"/>
              <a:t>13-11-2025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D0A1691-220C-4C5D-A23B-72AD07E49819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17818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D334-D07D-449B-842B-064D113E37E7}" type="datetimeFigureOut">
              <a:rPr lang="en-IN" smtClean="0"/>
              <a:t>13-11-2025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A1691-220C-4C5D-A23B-72AD07E498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986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D334-D07D-449B-842B-064D113E37E7}" type="datetimeFigureOut">
              <a:rPr lang="en-IN" smtClean="0"/>
              <a:t>13-11-2025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A1691-220C-4C5D-A23B-72AD07E498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7571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D334-D07D-449B-842B-064D113E37E7}" type="datetimeFigureOut">
              <a:rPr lang="en-IN" smtClean="0"/>
              <a:t>13-11-2025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A1691-220C-4C5D-A23B-72AD07E498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9644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D334-D07D-449B-842B-064D113E37E7}" type="datetimeFigureOut">
              <a:rPr lang="en-IN" smtClean="0"/>
              <a:t>13-11-2025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A1691-220C-4C5D-A23B-72AD07E498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5873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D334-D07D-449B-842B-064D113E37E7}" type="datetimeFigureOut">
              <a:rPr lang="en-IN" smtClean="0"/>
              <a:t>13-11-2025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A1691-220C-4C5D-A23B-72AD07E498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8317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D334-D07D-449B-842B-064D113E37E7}" type="datetimeFigureOut">
              <a:rPr lang="en-IN" smtClean="0"/>
              <a:t>13-11-2025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A1691-220C-4C5D-A23B-72AD07E498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2678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D334-D07D-449B-842B-064D113E37E7}" type="datetimeFigureOut">
              <a:rPr lang="en-IN" smtClean="0"/>
              <a:t>13-11-2025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A1691-220C-4C5D-A23B-72AD07E498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9834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D334-D07D-449B-842B-064D113E37E7}" type="datetimeFigureOut">
              <a:rPr lang="en-IN" smtClean="0"/>
              <a:t>13-11-2025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A1691-220C-4C5D-A23B-72AD07E498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3950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D334-D07D-449B-842B-064D113E37E7}" type="datetimeFigureOut">
              <a:rPr lang="en-IN" smtClean="0"/>
              <a:t>13-11-2025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A1691-220C-4C5D-A23B-72AD07E498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8160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D334-D07D-449B-842B-064D113E37E7}" type="datetimeFigureOut">
              <a:rPr lang="en-IN" smtClean="0"/>
              <a:t>13-11-2025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A1691-220C-4C5D-A23B-72AD07E498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9317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D334-D07D-449B-842B-064D113E37E7}" type="datetimeFigureOut">
              <a:rPr lang="en-IN" smtClean="0"/>
              <a:t>13-11-2025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A1691-220C-4C5D-A23B-72AD07E49819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52230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D334-D07D-449B-842B-064D113E37E7}" type="datetimeFigureOut">
              <a:rPr lang="en-IN" smtClean="0"/>
              <a:t>13-11-2025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A1691-220C-4C5D-A23B-72AD07E498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7966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D334-D07D-449B-842B-064D113E37E7}" type="datetimeFigureOut">
              <a:rPr lang="en-IN" smtClean="0"/>
              <a:t>13-11-2025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A1691-220C-4C5D-A23B-72AD07E498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88091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D334-D07D-449B-842B-064D113E37E7}" type="datetimeFigureOut">
              <a:rPr lang="en-IN" smtClean="0"/>
              <a:t>13-11-2025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A1691-220C-4C5D-A23B-72AD07E498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28948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D334-D07D-449B-842B-064D113E37E7}" type="datetimeFigureOut">
              <a:rPr lang="en-IN" smtClean="0"/>
              <a:t>13-11-2025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A1691-220C-4C5D-A23B-72AD07E498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19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D334-D07D-449B-842B-064D113E37E7}" type="datetimeFigureOut">
              <a:rPr lang="en-IN" smtClean="0"/>
              <a:t>13-11-2025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A1691-220C-4C5D-A23B-72AD07E498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4501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516D334-D07D-449B-842B-064D113E37E7}" type="datetimeFigureOut">
              <a:rPr lang="en-IN" smtClean="0"/>
              <a:t>13-11-2025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D0A1691-220C-4C5D-A23B-72AD07E498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2797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3707" y="609600"/>
            <a:ext cx="10243057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6000" spc="-275" dirty="0" smtClean="0">
                <a:ln w="3175" cmpd="sng">
                  <a:solidFill>
                    <a:schemeClr val="bg1"/>
                  </a:solidFill>
                </a:ln>
                <a:latin typeface="Arial Black" panose="020B0A04020102020204" pitchFamily="34" charset="0"/>
              </a:rPr>
              <a:t>Zomato</a:t>
            </a:r>
            <a:r>
              <a:rPr sz="6000" spc="-165" dirty="0" smtClean="0">
                <a:ln w="3175" cmpd="sng"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 Black" panose="020B0A04020102020204" pitchFamily="34" charset="0"/>
              </a:rPr>
              <a:t> </a:t>
            </a:r>
            <a:r>
              <a:rPr sz="6000" spc="-105" dirty="0">
                <a:ln w="3175" cmpd="sng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Black" panose="020B0A04020102020204" pitchFamily="34" charset="0"/>
              </a:rPr>
              <a:t>Analysis</a:t>
            </a:r>
            <a:endParaRPr sz="6000" dirty="0">
              <a:ln w="3175" cmpd="sng">
                <a:solidFill>
                  <a:schemeClr val="tx1"/>
                </a:solidFill>
              </a:ln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83403" y="1696844"/>
            <a:ext cx="5423663" cy="38420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IN" sz="4000" b="1" spc="-75" dirty="0" smtClean="0">
                <a:ln>
                  <a:solidFill>
                    <a:schemeClr val="bg1"/>
                  </a:solidFill>
                </a:ln>
                <a:latin typeface="Tahoma"/>
                <a:cs typeface="Tahoma"/>
              </a:rPr>
              <a:t>By Group 5</a:t>
            </a:r>
            <a:endParaRPr lang="en-IN" sz="4000" b="1" spc="-75" dirty="0">
              <a:ln>
                <a:solidFill>
                  <a:schemeClr val="bg1"/>
                </a:solidFill>
              </a:ln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endParaRPr lang="en-US" sz="4000" b="1" spc="-75" dirty="0">
              <a:ln>
                <a:solidFill>
                  <a:schemeClr val="bg1"/>
                </a:solidFill>
              </a:ln>
              <a:latin typeface="Tahoma"/>
              <a:cs typeface="Tahoma"/>
            </a:endParaRPr>
          </a:p>
          <a:p>
            <a:pPr algn="ctr"/>
            <a:r>
              <a:rPr lang="en-IN" sz="2800" b="1" spc="-75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Tahoma"/>
                <a:cs typeface="Tahoma"/>
              </a:rPr>
              <a:t>Ninad</a:t>
            </a:r>
          </a:p>
          <a:p>
            <a:pPr algn="ctr"/>
            <a:r>
              <a:rPr lang="en-US" sz="2800" b="1" spc="-75" dirty="0" smtClean="0">
                <a:ln>
                  <a:solidFill>
                    <a:schemeClr val="bg1"/>
                  </a:solidFill>
                </a:ln>
                <a:solidFill>
                  <a:srgbClr val="C00000"/>
                </a:solidFill>
                <a:latin typeface="Tahoma"/>
                <a:cs typeface="Tahoma"/>
              </a:rPr>
              <a:t>Rashmi</a:t>
            </a:r>
          </a:p>
          <a:p>
            <a:pPr algn="ctr"/>
            <a:r>
              <a:rPr lang="en-US" sz="2800" b="1" spc="-75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Tahoma"/>
                <a:cs typeface="Tahoma"/>
              </a:rPr>
              <a:t>Dhyan</a:t>
            </a:r>
          </a:p>
          <a:p>
            <a:pPr algn="ctr"/>
            <a:r>
              <a:rPr lang="en-IN" sz="2800" b="1" spc="-75" dirty="0" smtClean="0">
                <a:ln>
                  <a:solidFill>
                    <a:schemeClr val="bg1"/>
                  </a:solidFill>
                </a:ln>
                <a:solidFill>
                  <a:srgbClr val="C00000"/>
                </a:solidFill>
                <a:latin typeface="Tahoma"/>
                <a:cs typeface="Tahoma"/>
              </a:rPr>
              <a:t>Shabdajit</a:t>
            </a:r>
          </a:p>
          <a:p>
            <a:pPr algn="ctr"/>
            <a:r>
              <a:rPr lang="en-US" sz="2800" b="1" spc="-75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Tahoma"/>
                <a:cs typeface="Tahoma"/>
              </a:rPr>
              <a:t>Shruti</a:t>
            </a:r>
          </a:p>
          <a:p>
            <a:pPr algn="ctr"/>
            <a:r>
              <a:rPr lang="en-US" sz="2800" b="1" spc="-75" dirty="0" smtClean="0">
                <a:ln>
                  <a:solidFill>
                    <a:schemeClr val="bg1"/>
                  </a:solidFill>
                </a:ln>
                <a:solidFill>
                  <a:srgbClr val="C00000"/>
                </a:solidFill>
                <a:latin typeface="Tahoma"/>
                <a:cs typeface="Tahoma"/>
              </a:rPr>
              <a:t>Varsha</a:t>
            </a:r>
            <a:endParaRPr lang="en-IN" sz="2800" b="1" spc="-75" dirty="0">
              <a:ln>
                <a:solidFill>
                  <a:schemeClr val="bg1"/>
                </a:solidFill>
              </a:ln>
              <a:solidFill>
                <a:srgbClr val="C00000"/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8891906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34054" y="1163034"/>
            <a:ext cx="3968750" cy="3968750"/>
          </a:xfrm>
          <a:custGeom>
            <a:avLst/>
            <a:gdLst/>
            <a:ahLst/>
            <a:cxnLst/>
            <a:rect l="l" t="t" r="r" b="b"/>
            <a:pathLst>
              <a:path w="3968750" h="3968750">
                <a:moveTo>
                  <a:pt x="0" y="1984247"/>
                </a:moveTo>
                <a:lnTo>
                  <a:pt x="574" y="1936037"/>
                </a:lnTo>
                <a:lnTo>
                  <a:pt x="2288" y="1888108"/>
                </a:lnTo>
                <a:lnTo>
                  <a:pt x="5128" y="1840474"/>
                </a:lnTo>
                <a:lnTo>
                  <a:pt x="9083" y="1793149"/>
                </a:lnTo>
                <a:lnTo>
                  <a:pt x="14138" y="1746145"/>
                </a:lnTo>
                <a:lnTo>
                  <a:pt x="20281" y="1699475"/>
                </a:lnTo>
                <a:lnTo>
                  <a:pt x="27499" y="1653153"/>
                </a:lnTo>
                <a:lnTo>
                  <a:pt x="35778" y="1607191"/>
                </a:lnTo>
                <a:lnTo>
                  <a:pt x="45106" y="1561601"/>
                </a:lnTo>
                <a:lnTo>
                  <a:pt x="55470" y="1516399"/>
                </a:lnTo>
                <a:lnTo>
                  <a:pt x="66857" y="1471595"/>
                </a:lnTo>
                <a:lnTo>
                  <a:pt x="79254" y="1427203"/>
                </a:lnTo>
                <a:lnTo>
                  <a:pt x="92647" y="1383237"/>
                </a:lnTo>
                <a:lnTo>
                  <a:pt x="107025" y="1339709"/>
                </a:lnTo>
                <a:lnTo>
                  <a:pt x="122373" y="1296632"/>
                </a:lnTo>
                <a:lnTo>
                  <a:pt x="138679" y="1254019"/>
                </a:lnTo>
                <a:lnTo>
                  <a:pt x="155930" y="1211883"/>
                </a:lnTo>
                <a:lnTo>
                  <a:pt x="174112" y="1170238"/>
                </a:lnTo>
                <a:lnTo>
                  <a:pt x="193214" y="1129095"/>
                </a:lnTo>
                <a:lnTo>
                  <a:pt x="213221" y="1088469"/>
                </a:lnTo>
                <a:lnTo>
                  <a:pt x="234122" y="1048371"/>
                </a:lnTo>
                <a:lnTo>
                  <a:pt x="255902" y="1008816"/>
                </a:lnTo>
                <a:lnTo>
                  <a:pt x="278549" y="969816"/>
                </a:lnTo>
                <a:lnTo>
                  <a:pt x="302050" y="931384"/>
                </a:lnTo>
                <a:lnTo>
                  <a:pt x="326392" y="893533"/>
                </a:lnTo>
                <a:lnTo>
                  <a:pt x="351562" y="856276"/>
                </a:lnTo>
                <a:lnTo>
                  <a:pt x="377547" y="819627"/>
                </a:lnTo>
                <a:lnTo>
                  <a:pt x="404334" y="783597"/>
                </a:lnTo>
                <a:lnTo>
                  <a:pt x="431909" y="748200"/>
                </a:lnTo>
                <a:lnTo>
                  <a:pt x="460261" y="713450"/>
                </a:lnTo>
                <a:lnTo>
                  <a:pt x="489376" y="679358"/>
                </a:lnTo>
                <a:lnTo>
                  <a:pt x="519240" y="645939"/>
                </a:lnTo>
                <a:lnTo>
                  <a:pt x="549842" y="613204"/>
                </a:lnTo>
                <a:lnTo>
                  <a:pt x="581167" y="581167"/>
                </a:lnTo>
                <a:lnTo>
                  <a:pt x="613204" y="549842"/>
                </a:lnTo>
                <a:lnTo>
                  <a:pt x="645939" y="519240"/>
                </a:lnTo>
                <a:lnTo>
                  <a:pt x="679358" y="489376"/>
                </a:lnTo>
                <a:lnTo>
                  <a:pt x="713450" y="460261"/>
                </a:lnTo>
                <a:lnTo>
                  <a:pt x="748200" y="431909"/>
                </a:lnTo>
                <a:lnTo>
                  <a:pt x="783597" y="404334"/>
                </a:lnTo>
                <a:lnTo>
                  <a:pt x="819627" y="377547"/>
                </a:lnTo>
                <a:lnTo>
                  <a:pt x="856276" y="351562"/>
                </a:lnTo>
                <a:lnTo>
                  <a:pt x="893533" y="326392"/>
                </a:lnTo>
                <a:lnTo>
                  <a:pt x="931384" y="302050"/>
                </a:lnTo>
                <a:lnTo>
                  <a:pt x="969816" y="278549"/>
                </a:lnTo>
                <a:lnTo>
                  <a:pt x="1008816" y="255902"/>
                </a:lnTo>
                <a:lnTo>
                  <a:pt x="1048371" y="234122"/>
                </a:lnTo>
                <a:lnTo>
                  <a:pt x="1088469" y="213221"/>
                </a:lnTo>
                <a:lnTo>
                  <a:pt x="1129095" y="193214"/>
                </a:lnTo>
                <a:lnTo>
                  <a:pt x="1170238" y="174112"/>
                </a:lnTo>
                <a:lnTo>
                  <a:pt x="1211883" y="155930"/>
                </a:lnTo>
                <a:lnTo>
                  <a:pt x="1254019" y="138679"/>
                </a:lnTo>
                <a:lnTo>
                  <a:pt x="1296632" y="122373"/>
                </a:lnTo>
                <a:lnTo>
                  <a:pt x="1339709" y="107025"/>
                </a:lnTo>
                <a:lnTo>
                  <a:pt x="1383237" y="92647"/>
                </a:lnTo>
                <a:lnTo>
                  <a:pt x="1427203" y="79254"/>
                </a:lnTo>
                <a:lnTo>
                  <a:pt x="1471595" y="66857"/>
                </a:lnTo>
                <a:lnTo>
                  <a:pt x="1516399" y="55470"/>
                </a:lnTo>
                <a:lnTo>
                  <a:pt x="1561601" y="45106"/>
                </a:lnTo>
                <a:lnTo>
                  <a:pt x="1607191" y="35778"/>
                </a:lnTo>
                <a:lnTo>
                  <a:pt x="1653153" y="27499"/>
                </a:lnTo>
                <a:lnTo>
                  <a:pt x="1699475" y="20281"/>
                </a:lnTo>
                <a:lnTo>
                  <a:pt x="1746145" y="14138"/>
                </a:lnTo>
                <a:lnTo>
                  <a:pt x="1793149" y="9083"/>
                </a:lnTo>
                <a:lnTo>
                  <a:pt x="1840474" y="5128"/>
                </a:lnTo>
                <a:lnTo>
                  <a:pt x="1888108" y="2288"/>
                </a:lnTo>
                <a:lnTo>
                  <a:pt x="1936037" y="574"/>
                </a:lnTo>
                <a:lnTo>
                  <a:pt x="1984248" y="0"/>
                </a:lnTo>
                <a:lnTo>
                  <a:pt x="2032458" y="574"/>
                </a:lnTo>
                <a:lnTo>
                  <a:pt x="2080387" y="2288"/>
                </a:lnTo>
                <a:lnTo>
                  <a:pt x="2128021" y="5128"/>
                </a:lnTo>
                <a:lnTo>
                  <a:pt x="2175346" y="9083"/>
                </a:lnTo>
                <a:lnTo>
                  <a:pt x="2222350" y="14138"/>
                </a:lnTo>
                <a:lnTo>
                  <a:pt x="2269020" y="20281"/>
                </a:lnTo>
                <a:lnTo>
                  <a:pt x="2315342" y="27499"/>
                </a:lnTo>
                <a:lnTo>
                  <a:pt x="2361304" y="35778"/>
                </a:lnTo>
                <a:lnTo>
                  <a:pt x="2406894" y="45106"/>
                </a:lnTo>
                <a:lnTo>
                  <a:pt x="2452096" y="55470"/>
                </a:lnTo>
                <a:lnTo>
                  <a:pt x="2496900" y="66857"/>
                </a:lnTo>
                <a:lnTo>
                  <a:pt x="2541292" y="79254"/>
                </a:lnTo>
                <a:lnTo>
                  <a:pt x="2585258" y="92647"/>
                </a:lnTo>
                <a:lnTo>
                  <a:pt x="2628786" y="107025"/>
                </a:lnTo>
                <a:lnTo>
                  <a:pt x="2671863" y="122373"/>
                </a:lnTo>
                <a:lnTo>
                  <a:pt x="2714476" y="138679"/>
                </a:lnTo>
                <a:lnTo>
                  <a:pt x="2756612" y="155930"/>
                </a:lnTo>
                <a:lnTo>
                  <a:pt x="2798257" y="174112"/>
                </a:lnTo>
                <a:lnTo>
                  <a:pt x="2839400" y="193214"/>
                </a:lnTo>
                <a:lnTo>
                  <a:pt x="2880026" y="213221"/>
                </a:lnTo>
                <a:lnTo>
                  <a:pt x="2920124" y="234122"/>
                </a:lnTo>
                <a:lnTo>
                  <a:pt x="2959679" y="255902"/>
                </a:lnTo>
                <a:lnTo>
                  <a:pt x="2998679" y="278549"/>
                </a:lnTo>
                <a:lnTo>
                  <a:pt x="3037111" y="302050"/>
                </a:lnTo>
                <a:lnTo>
                  <a:pt x="3074962" y="326392"/>
                </a:lnTo>
                <a:lnTo>
                  <a:pt x="3112219" y="351562"/>
                </a:lnTo>
                <a:lnTo>
                  <a:pt x="3148868" y="377547"/>
                </a:lnTo>
                <a:lnTo>
                  <a:pt x="3184898" y="404334"/>
                </a:lnTo>
                <a:lnTo>
                  <a:pt x="3220295" y="431909"/>
                </a:lnTo>
                <a:lnTo>
                  <a:pt x="3255045" y="460261"/>
                </a:lnTo>
                <a:lnTo>
                  <a:pt x="3289137" y="489376"/>
                </a:lnTo>
                <a:lnTo>
                  <a:pt x="3322556" y="519240"/>
                </a:lnTo>
                <a:lnTo>
                  <a:pt x="3355291" y="549842"/>
                </a:lnTo>
                <a:lnTo>
                  <a:pt x="3387328" y="581167"/>
                </a:lnTo>
                <a:lnTo>
                  <a:pt x="3418653" y="613204"/>
                </a:lnTo>
                <a:lnTo>
                  <a:pt x="3449255" y="645939"/>
                </a:lnTo>
                <a:lnTo>
                  <a:pt x="3479119" y="679358"/>
                </a:lnTo>
                <a:lnTo>
                  <a:pt x="3508234" y="713450"/>
                </a:lnTo>
                <a:lnTo>
                  <a:pt x="3536586" y="748200"/>
                </a:lnTo>
                <a:lnTo>
                  <a:pt x="3564161" y="783597"/>
                </a:lnTo>
                <a:lnTo>
                  <a:pt x="3590948" y="819627"/>
                </a:lnTo>
                <a:lnTo>
                  <a:pt x="3616933" y="856276"/>
                </a:lnTo>
                <a:lnTo>
                  <a:pt x="3642103" y="893533"/>
                </a:lnTo>
                <a:lnTo>
                  <a:pt x="3666445" y="931384"/>
                </a:lnTo>
                <a:lnTo>
                  <a:pt x="3689946" y="969816"/>
                </a:lnTo>
                <a:lnTo>
                  <a:pt x="3712593" y="1008816"/>
                </a:lnTo>
                <a:lnTo>
                  <a:pt x="3734373" y="1048371"/>
                </a:lnTo>
                <a:lnTo>
                  <a:pt x="3755274" y="1088469"/>
                </a:lnTo>
                <a:lnTo>
                  <a:pt x="3775281" y="1129095"/>
                </a:lnTo>
                <a:lnTo>
                  <a:pt x="3794383" y="1170238"/>
                </a:lnTo>
                <a:lnTo>
                  <a:pt x="3812565" y="1211883"/>
                </a:lnTo>
                <a:lnTo>
                  <a:pt x="3829816" y="1254019"/>
                </a:lnTo>
                <a:lnTo>
                  <a:pt x="3846122" y="1296632"/>
                </a:lnTo>
                <a:lnTo>
                  <a:pt x="3861470" y="1339709"/>
                </a:lnTo>
                <a:lnTo>
                  <a:pt x="3875848" y="1383237"/>
                </a:lnTo>
                <a:lnTo>
                  <a:pt x="3889241" y="1427203"/>
                </a:lnTo>
                <a:lnTo>
                  <a:pt x="3901638" y="1471595"/>
                </a:lnTo>
                <a:lnTo>
                  <a:pt x="3913025" y="1516399"/>
                </a:lnTo>
                <a:lnTo>
                  <a:pt x="3923389" y="1561601"/>
                </a:lnTo>
                <a:lnTo>
                  <a:pt x="3932717" y="1607191"/>
                </a:lnTo>
                <a:lnTo>
                  <a:pt x="3940996" y="1653153"/>
                </a:lnTo>
                <a:lnTo>
                  <a:pt x="3948214" y="1699475"/>
                </a:lnTo>
                <a:lnTo>
                  <a:pt x="3954357" y="1746145"/>
                </a:lnTo>
                <a:lnTo>
                  <a:pt x="3959412" y="1793149"/>
                </a:lnTo>
                <a:lnTo>
                  <a:pt x="3963367" y="1840474"/>
                </a:lnTo>
                <a:lnTo>
                  <a:pt x="3966207" y="1888108"/>
                </a:lnTo>
                <a:lnTo>
                  <a:pt x="3967921" y="1936037"/>
                </a:lnTo>
                <a:lnTo>
                  <a:pt x="3968496" y="1984247"/>
                </a:lnTo>
                <a:lnTo>
                  <a:pt x="3967921" y="2032458"/>
                </a:lnTo>
                <a:lnTo>
                  <a:pt x="3966207" y="2080387"/>
                </a:lnTo>
                <a:lnTo>
                  <a:pt x="3963367" y="2128021"/>
                </a:lnTo>
                <a:lnTo>
                  <a:pt x="3959412" y="2175346"/>
                </a:lnTo>
                <a:lnTo>
                  <a:pt x="3954357" y="2222350"/>
                </a:lnTo>
                <a:lnTo>
                  <a:pt x="3948214" y="2269020"/>
                </a:lnTo>
                <a:lnTo>
                  <a:pt x="3940996" y="2315342"/>
                </a:lnTo>
                <a:lnTo>
                  <a:pt x="3932717" y="2361304"/>
                </a:lnTo>
                <a:lnTo>
                  <a:pt x="3923389" y="2406894"/>
                </a:lnTo>
                <a:lnTo>
                  <a:pt x="3913025" y="2452096"/>
                </a:lnTo>
                <a:lnTo>
                  <a:pt x="3901638" y="2496900"/>
                </a:lnTo>
                <a:lnTo>
                  <a:pt x="3889241" y="2541292"/>
                </a:lnTo>
                <a:lnTo>
                  <a:pt x="3875848" y="2585258"/>
                </a:lnTo>
                <a:lnTo>
                  <a:pt x="3861470" y="2628786"/>
                </a:lnTo>
                <a:lnTo>
                  <a:pt x="3846122" y="2671863"/>
                </a:lnTo>
                <a:lnTo>
                  <a:pt x="3829816" y="2714476"/>
                </a:lnTo>
                <a:lnTo>
                  <a:pt x="3812565" y="2756612"/>
                </a:lnTo>
                <a:lnTo>
                  <a:pt x="3794383" y="2798257"/>
                </a:lnTo>
                <a:lnTo>
                  <a:pt x="3775281" y="2839400"/>
                </a:lnTo>
                <a:lnTo>
                  <a:pt x="3755274" y="2880026"/>
                </a:lnTo>
                <a:lnTo>
                  <a:pt x="3734373" y="2920124"/>
                </a:lnTo>
                <a:lnTo>
                  <a:pt x="3712593" y="2959679"/>
                </a:lnTo>
                <a:lnTo>
                  <a:pt x="3689946" y="2998679"/>
                </a:lnTo>
                <a:lnTo>
                  <a:pt x="3666445" y="3037111"/>
                </a:lnTo>
                <a:lnTo>
                  <a:pt x="3642103" y="3074962"/>
                </a:lnTo>
                <a:lnTo>
                  <a:pt x="3616933" y="3112219"/>
                </a:lnTo>
                <a:lnTo>
                  <a:pt x="3590948" y="3148868"/>
                </a:lnTo>
                <a:lnTo>
                  <a:pt x="3564161" y="3184898"/>
                </a:lnTo>
                <a:lnTo>
                  <a:pt x="3536586" y="3220295"/>
                </a:lnTo>
                <a:lnTo>
                  <a:pt x="3508234" y="3255045"/>
                </a:lnTo>
                <a:lnTo>
                  <a:pt x="3479119" y="3289137"/>
                </a:lnTo>
                <a:lnTo>
                  <a:pt x="3449255" y="3322556"/>
                </a:lnTo>
                <a:lnTo>
                  <a:pt x="3418653" y="3355291"/>
                </a:lnTo>
                <a:lnTo>
                  <a:pt x="3387328" y="3387328"/>
                </a:lnTo>
                <a:lnTo>
                  <a:pt x="3355291" y="3418653"/>
                </a:lnTo>
                <a:lnTo>
                  <a:pt x="3322556" y="3449255"/>
                </a:lnTo>
                <a:lnTo>
                  <a:pt x="3289137" y="3479119"/>
                </a:lnTo>
                <a:lnTo>
                  <a:pt x="3255045" y="3508234"/>
                </a:lnTo>
                <a:lnTo>
                  <a:pt x="3220295" y="3536586"/>
                </a:lnTo>
                <a:lnTo>
                  <a:pt x="3184898" y="3564161"/>
                </a:lnTo>
                <a:lnTo>
                  <a:pt x="3148868" y="3590948"/>
                </a:lnTo>
                <a:lnTo>
                  <a:pt x="3112219" y="3616933"/>
                </a:lnTo>
                <a:lnTo>
                  <a:pt x="3074962" y="3642103"/>
                </a:lnTo>
                <a:lnTo>
                  <a:pt x="3037111" y="3666445"/>
                </a:lnTo>
                <a:lnTo>
                  <a:pt x="2998679" y="3689946"/>
                </a:lnTo>
                <a:lnTo>
                  <a:pt x="2959679" y="3712593"/>
                </a:lnTo>
                <a:lnTo>
                  <a:pt x="2920124" y="3734373"/>
                </a:lnTo>
                <a:lnTo>
                  <a:pt x="2880026" y="3755274"/>
                </a:lnTo>
                <a:lnTo>
                  <a:pt x="2839400" y="3775281"/>
                </a:lnTo>
                <a:lnTo>
                  <a:pt x="2798257" y="3794383"/>
                </a:lnTo>
                <a:lnTo>
                  <a:pt x="2756612" y="3812565"/>
                </a:lnTo>
                <a:lnTo>
                  <a:pt x="2714476" y="3829816"/>
                </a:lnTo>
                <a:lnTo>
                  <a:pt x="2671863" y="3846122"/>
                </a:lnTo>
                <a:lnTo>
                  <a:pt x="2628786" y="3861470"/>
                </a:lnTo>
                <a:lnTo>
                  <a:pt x="2585258" y="3875848"/>
                </a:lnTo>
                <a:lnTo>
                  <a:pt x="2541292" y="3889241"/>
                </a:lnTo>
                <a:lnTo>
                  <a:pt x="2496900" y="3901638"/>
                </a:lnTo>
                <a:lnTo>
                  <a:pt x="2452096" y="3913025"/>
                </a:lnTo>
                <a:lnTo>
                  <a:pt x="2406894" y="3923389"/>
                </a:lnTo>
                <a:lnTo>
                  <a:pt x="2361304" y="3932717"/>
                </a:lnTo>
                <a:lnTo>
                  <a:pt x="2315342" y="3940996"/>
                </a:lnTo>
                <a:lnTo>
                  <a:pt x="2269020" y="3948214"/>
                </a:lnTo>
                <a:lnTo>
                  <a:pt x="2222350" y="3954357"/>
                </a:lnTo>
                <a:lnTo>
                  <a:pt x="2175346" y="3959412"/>
                </a:lnTo>
                <a:lnTo>
                  <a:pt x="2128021" y="3963367"/>
                </a:lnTo>
                <a:lnTo>
                  <a:pt x="2080387" y="3966207"/>
                </a:lnTo>
                <a:lnTo>
                  <a:pt x="2032458" y="3967921"/>
                </a:lnTo>
                <a:lnTo>
                  <a:pt x="1984248" y="3968495"/>
                </a:lnTo>
                <a:lnTo>
                  <a:pt x="1936037" y="3967921"/>
                </a:lnTo>
                <a:lnTo>
                  <a:pt x="1888108" y="3966207"/>
                </a:lnTo>
                <a:lnTo>
                  <a:pt x="1840474" y="3963367"/>
                </a:lnTo>
                <a:lnTo>
                  <a:pt x="1793149" y="3959412"/>
                </a:lnTo>
                <a:lnTo>
                  <a:pt x="1746145" y="3954357"/>
                </a:lnTo>
                <a:lnTo>
                  <a:pt x="1699475" y="3948214"/>
                </a:lnTo>
                <a:lnTo>
                  <a:pt x="1653153" y="3940996"/>
                </a:lnTo>
                <a:lnTo>
                  <a:pt x="1607191" y="3932717"/>
                </a:lnTo>
                <a:lnTo>
                  <a:pt x="1561601" y="3923389"/>
                </a:lnTo>
                <a:lnTo>
                  <a:pt x="1516399" y="3913025"/>
                </a:lnTo>
                <a:lnTo>
                  <a:pt x="1471595" y="3901638"/>
                </a:lnTo>
                <a:lnTo>
                  <a:pt x="1427203" y="3889241"/>
                </a:lnTo>
                <a:lnTo>
                  <a:pt x="1383237" y="3875848"/>
                </a:lnTo>
                <a:lnTo>
                  <a:pt x="1339709" y="3861470"/>
                </a:lnTo>
                <a:lnTo>
                  <a:pt x="1296632" y="3846122"/>
                </a:lnTo>
                <a:lnTo>
                  <a:pt x="1254019" y="3829816"/>
                </a:lnTo>
                <a:lnTo>
                  <a:pt x="1211883" y="3812565"/>
                </a:lnTo>
                <a:lnTo>
                  <a:pt x="1170238" y="3794383"/>
                </a:lnTo>
                <a:lnTo>
                  <a:pt x="1129095" y="3775281"/>
                </a:lnTo>
                <a:lnTo>
                  <a:pt x="1088469" y="3755274"/>
                </a:lnTo>
                <a:lnTo>
                  <a:pt x="1048371" y="3734373"/>
                </a:lnTo>
                <a:lnTo>
                  <a:pt x="1008816" y="3712593"/>
                </a:lnTo>
                <a:lnTo>
                  <a:pt x="969816" y="3689946"/>
                </a:lnTo>
                <a:lnTo>
                  <a:pt x="931384" y="3666445"/>
                </a:lnTo>
                <a:lnTo>
                  <a:pt x="893533" y="3642103"/>
                </a:lnTo>
                <a:lnTo>
                  <a:pt x="856276" y="3616933"/>
                </a:lnTo>
                <a:lnTo>
                  <a:pt x="819627" y="3590948"/>
                </a:lnTo>
                <a:lnTo>
                  <a:pt x="783597" y="3564161"/>
                </a:lnTo>
                <a:lnTo>
                  <a:pt x="748200" y="3536586"/>
                </a:lnTo>
                <a:lnTo>
                  <a:pt x="713450" y="3508234"/>
                </a:lnTo>
                <a:lnTo>
                  <a:pt x="679358" y="3479119"/>
                </a:lnTo>
                <a:lnTo>
                  <a:pt x="645939" y="3449255"/>
                </a:lnTo>
                <a:lnTo>
                  <a:pt x="613204" y="3418653"/>
                </a:lnTo>
                <a:lnTo>
                  <a:pt x="581167" y="3387328"/>
                </a:lnTo>
                <a:lnTo>
                  <a:pt x="549842" y="3355291"/>
                </a:lnTo>
                <a:lnTo>
                  <a:pt x="519240" y="3322556"/>
                </a:lnTo>
                <a:lnTo>
                  <a:pt x="489376" y="3289137"/>
                </a:lnTo>
                <a:lnTo>
                  <a:pt x="460261" y="3255045"/>
                </a:lnTo>
                <a:lnTo>
                  <a:pt x="431909" y="3220295"/>
                </a:lnTo>
                <a:lnTo>
                  <a:pt x="404334" y="3184898"/>
                </a:lnTo>
                <a:lnTo>
                  <a:pt x="377547" y="3148868"/>
                </a:lnTo>
                <a:lnTo>
                  <a:pt x="351562" y="3112219"/>
                </a:lnTo>
                <a:lnTo>
                  <a:pt x="326392" y="3074962"/>
                </a:lnTo>
                <a:lnTo>
                  <a:pt x="302050" y="3037111"/>
                </a:lnTo>
                <a:lnTo>
                  <a:pt x="278549" y="2998679"/>
                </a:lnTo>
                <a:lnTo>
                  <a:pt x="255902" y="2959679"/>
                </a:lnTo>
                <a:lnTo>
                  <a:pt x="234122" y="2920124"/>
                </a:lnTo>
                <a:lnTo>
                  <a:pt x="213221" y="2880026"/>
                </a:lnTo>
                <a:lnTo>
                  <a:pt x="193214" y="2839400"/>
                </a:lnTo>
                <a:lnTo>
                  <a:pt x="174112" y="2798257"/>
                </a:lnTo>
                <a:lnTo>
                  <a:pt x="155930" y="2756612"/>
                </a:lnTo>
                <a:lnTo>
                  <a:pt x="138679" y="2714476"/>
                </a:lnTo>
                <a:lnTo>
                  <a:pt x="122373" y="2671863"/>
                </a:lnTo>
                <a:lnTo>
                  <a:pt x="107025" y="2628786"/>
                </a:lnTo>
                <a:lnTo>
                  <a:pt x="92647" y="2585258"/>
                </a:lnTo>
                <a:lnTo>
                  <a:pt x="79254" y="2541292"/>
                </a:lnTo>
                <a:lnTo>
                  <a:pt x="66857" y="2496900"/>
                </a:lnTo>
                <a:lnTo>
                  <a:pt x="55470" y="2452096"/>
                </a:lnTo>
                <a:lnTo>
                  <a:pt x="45106" y="2406894"/>
                </a:lnTo>
                <a:lnTo>
                  <a:pt x="35778" y="2361304"/>
                </a:lnTo>
                <a:lnTo>
                  <a:pt x="27499" y="2315342"/>
                </a:lnTo>
                <a:lnTo>
                  <a:pt x="20281" y="2269020"/>
                </a:lnTo>
                <a:lnTo>
                  <a:pt x="14138" y="2222350"/>
                </a:lnTo>
                <a:lnTo>
                  <a:pt x="9083" y="2175346"/>
                </a:lnTo>
                <a:lnTo>
                  <a:pt x="5128" y="2128021"/>
                </a:lnTo>
                <a:lnTo>
                  <a:pt x="2288" y="2080387"/>
                </a:lnTo>
                <a:lnTo>
                  <a:pt x="574" y="2032458"/>
                </a:lnTo>
                <a:lnTo>
                  <a:pt x="0" y="1984247"/>
                </a:lnTo>
                <a:close/>
              </a:path>
            </a:pathLst>
          </a:custGeom>
          <a:ln w="12700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7263383" y="484631"/>
            <a:ext cx="4928870" cy="76200"/>
          </a:xfrm>
          <a:custGeom>
            <a:avLst/>
            <a:gdLst/>
            <a:ahLst/>
            <a:cxnLst/>
            <a:rect l="l" t="t" r="r" b="b"/>
            <a:pathLst>
              <a:path w="492887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4928870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4928870" h="76200">
                <a:moveTo>
                  <a:pt x="4928743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4928743" y="44450"/>
                </a:lnTo>
                <a:lnTo>
                  <a:pt x="4928743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064774" y="318185"/>
            <a:ext cx="205699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2800" spc="55" dirty="0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484631"/>
            <a:ext cx="4923155" cy="76200"/>
          </a:xfrm>
          <a:custGeom>
            <a:avLst/>
            <a:gdLst/>
            <a:ahLst/>
            <a:cxnLst/>
            <a:rect l="l" t="t" r="r" b="b"/>
            <a:pathLst>
              <a:path w="4923155" h="76200">
                <a:moveTo>
                  <a:pt x="4884928" y="0"/>
                </a:moveTo>
                <a:lnTo>
                  <a:pt x="4870080" y="2988"/>
                </a:lnTo>
                <a:lnTo>
                  <a:pt x="4857972" y="11144"/>
                </a:lnTo>
                <a:lnTo>
                  <a:pt x="4849816" y="23252"/>
                </a:lnTo>
                <a:lnTo>
                  <a:pt x="4846828" y="38100"/>
                </a:lnTo>
                <a:lnTo>
                  <a:pt x="4849816" y="52947"/>
                </a:lnTo>
                <a:lnTo>
                  <a:pt x="4857972" y="65055"/>
                </a:lnTo>
                <a:lnTo>
                  <a:pt x="4870080" y="73211"/>
                </a:lnTo>
                <a:lnTo>
                  <a:pt x="4884928" y="76200"/>
                </a:lnTo>
                <a:lnTo>
                  <a:pt x="4899721" y="73211"/>
                </a:lnTo>
                <a:lnTo>
                  <a:pt x="4911836" y="65055"/>
                </a:lnTo>
                <a:lnTo>
                  <a:pt x="4920021" y="52947"/>
                </a:lnTo>
                <a:lnTo>
                  <a:pt x="4921742" y="44450"/>
                </a:lnTo>
                <a:lnTo>
                  <a:pt x="4884928" y="44450"/>
                </a:lnTo>
                <a:lnTo>
                  <a:pt x="4884928" y="31750"/>
                </a:lnTo>
                <a:lnTo>
                  <a:pt x="4921742" y="31750"/>
                </a:lnTo>
                <a:lnTo>
                  <a:pt x="4920021" y="23252"/>
                </a:lnTo>
                <a:lnTo>
                  <a:pt x="4911836" y="11144"/>
                </a:lnTo>
                <a:lnTo>
                  <a:pt x="4899721" y="2988"/>
                </a:lnTo>
                <a:lnTo>
                  <a:pt x="4884928" y="0"/>
                </a:lnTo>
                <a:close/>
              </a:path>
              <a:path w="4923155" h="76200">
                <a:moveTo>
                  <a:pt x="4848106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848106" y="44450"/>
                </a:lnTo>
                <a:lnTo>
                  <a:pt x="4846828" y="38100"/>
                </a:lnTo>
                <a:lnTo>
                  <a:pt x="4848106" y="31750"/>
                </a:lnTo>
                <a:close/>
              </a:path>
              <a:path w="4923155" h="76200">
                <a:moveTo>
                  <a:pt x="4921742" y="31750"/>
                </a:moveTo>
                <a:lnTo>
                  <a:pt x="4884928" y="31750"/>
                </a:lnTo>
                <a:lnTo>
                  <a:pt x="4884928" y="44450"/>
                </a:lnTo>
                <a:lnTo>
                  <a:pt x="4921742" y="44450"/>
                </a:lnTo>
                <a:lnTo>
                  <a:pt x="4923028" y="38100"/>
                </a:lnTo>
                <a:lnTo>
                  <a:pt x="4921742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5270957" y="2299939"/>
            <a:ext cx="1694814" cy="1696720"/>
          </a:xfrm>
          <a:custGeom>
            <a:avLst/>
            <a:gdLst/>
            <a:ahLst/>
            <a:cxnLst/>
            <a:rect l="l" t="t" r="r" b="b"/>
            <a:pathLst>
              <a:path w="1694815" h="1696720">
                <a:moveTo>
                  <a:pt x="847344" y="0"/>
                </a:moveTo>
                <a:lnTo>
                  <a:pt x="799258" y="1342"/>
                </a:lnTo>
                <a:lnTo>
                  <a:pt x="751877" y="5322"/>
                </a:lnTo>
                <a:lnTo>
                  <a:pt x="705271" y="11868"/>
                </a:lnTo>
                <a:lnTo>
                  <a:pt x="659513" y="20909"/>
                </a:lnTo>
                <a:lnTo>
                  <a:pt x="614672" y="32372"/>
                </a:lnTo>
                <a:lnTo>
                  <a:pt x="570822" y="46186"/>
                </a:lnTo>
                <a:lnTo>
                  <a:pt x="528034" y="62280"/>
                </a:lnTo>
                <a:lnTo>
                  <a:pt x="486378" y="80581"/>
                </a:lnTo>
                <a:lnTo>
                  <a:pt x="445927" y="101019"/>
                </a:lnTo>
                <a:lnTo>
                  <a:pt x="406752" y="123521"/>
                </a:lnTo>
                <a:lnTo>
                  <a:pt x="368924" y="148016"/>
                </a:lnTo>
                <a:lnTo>
                  <a:pt x="332516" y="174433"/>
                </a:lnTo>
                <a:lnTo>
                  <a:pt x="297598" y="202700"/>
                </a:lnTo>
                <a:lnTo>
                  <a:pt x="264243" y="232745"/>
                </a:lnTo>
                <a:lnTo>
                  <a:pt x="232521" y="264496"/>
                </a:lnTo>
                <a:lnTo>
                  <a:pt x="202504" y="297882"/>
                </a:lnTo>
                <a:lnTo>
                  <a:pt x="174265" y="332832"/>
                </a:lnTo>
                <a:lnTo>
                  <a:pt x="147873" y="369274"/>
                </a:lnTo>
                <a:lnTo>
                  <a:pt x="123401" y="407135"/>
                </a:lnTo>
                <a:lnTo>
                  <a:pt x="100920" y="446345"/>
                </a:lnTo>
                <a:lnTo>
                  <a:pt x="80502" y="486833"/>
                </a:lnTo>
                <a:lnTo>
                  <a:pt x="62218" y="528525"/>
                </a:lnTo>
                <a:lnTo>
                  <a:pt x="46140" y="571351"/>
                </a:lnTo>
                <a:lnTo>
                  <a:pt x="32340" y="615239"/>
                </a:lnTo>
                <a:lnTo>
                  <a:pt x="20888" y="660118"/>
                </a:lnTo>
                <a:lnTo>
                  <a:pt x="11857" y="705916"/>
                </a:lnTo>
                <a:lnTo>
                  <a:pt x="5317" y="752560"/>
                </a:lnTo>
                <a:lnTo>
                  <a:pt x="1341" y="799981"/>
                </a:lnTo>
                <a:lnTo>
                  <a:pt x="0" y="848106"/>
                </a:lnTo>
                <a:lnTo>
                  <a:pt x="1341" y="896230"/>
                </a:lnTo>
                <a:lnTo>
                  <a:pt x="5317" y="943651"/>
                </a:lnTo>
                <a:lnTo>
                  <a:pt x="11857" y="990295"/>
                </a:lnTo>
                <a:lnTo>
                  <a:pt x="20888" y="1036093"/>
                </a:lnTo>
                <a:lnTo>
                  <a:pt x="32340" y="1080972"/>
                </a:lnTo>
                <a:lnTo>
                  <a:pt x="46140" y="1124860"/>
                </a:lnTo>
                <a:lnTo>
                  <a:pt x="62218" y="1167686"/>
                </a:lnTo>
                <a:lnTo>
                  <a:pt x="80502" y="1209378"/>
                </a:lnTo>
                <a:lnTo>
                  <a:pt x="100920" y="1249866"/>
                </a:lnTo>
                <a:lnTo>
                  <a:pt x="123401" y="1289076"/>
                </a:lnTo>
                <a:lnTo>
                  <a:pt x="147873" y="1326937"/>
                </a:lnTo>
                <a:lnTo>
                  <a:pt x="174265" y="1363379"/>
                </a:lnTo>
                <a:lnTo>
                  <a:pt x="202504" y="1398329"/>
                </a:lnTo>
                <a:lnTo>
                  <a:pt x="232521" y="1431715"/>
                </a:lnTo>
                <a:lnTo>
                  <a:pt x="264243" y="1463466"/>
                </a:lnTo>
                <a:lnTo>
                  <a:pt x="297598" y="1493511"/>
                </a:lnTo>
                <a:lnTo>
                  <a:pt x="332516" y="1521778"/>
                </a:lnTo>
                <a:lnTo>
                  <a:pt x="368924" y="1548195"/>
                </a:lnTo>
                <a:lnTo>
                  <a:pt x="406752" y="1572690"/>
                </a:lnTo>
                <a:lnTo>
                  <a:pt x="445927" y="1595192"/>
                </a:lnTo>
                <a:lnTo>
                  <a:pt x="486378" y="1615630"/>
                </a:lnTo>
                <a:lnTo>
                  <a:pt x="528034" y="1633931"/>
                </a:lnTo>
                <a:lnTo>
                  <a:pt x="570822" y="1650025"/>
                </a:lnTo>
                <a:lnTo>
                  <a:pt x="614672" y="1663839"/>
                </a:lnTo>
                <a:lnTo>
                  <a:pt x="659513" y="1675302"/>
                </a:lnTo>
                <a:lnTo>
                  <a:pt x="705271" y="1684343"/>
                </a:lnTo>
                <a:lnTo>
                  <a:pt x="751877" y="1690889"/>
                </a:lnTo>
                <a:lnTo>
                  <a:pt x="799258" y="1694869"/>
                </a:lnTo>
                <a:lnTo>
                  <a:pt x="847344" y="1696212"/>
                </a:lnTo>
                <a:lnTo>
                  <a:pt x="895429" y="1694869"/>
                </a:lnTo>
                <a:lnTo>
                  <a:pt x="942810" y="1690889"/>
                </a:lnTo>
                <a:lnTo>
                  <a:pt x="989416" y="1684343"/>
                </a:lnTo>
                <a:lnTo>
                  <a:pt x="1035174" y="1675302"/>
                </a:lnTo>
                <a:lnTo>
                  <a:pt x="1080015" y="1663839"/>
                </a:lnTo>
                <a:lnTo>
                  <a:pt x="1123865" y="1650025"/>
                </a:lnTo>
                <a:lnTo>
                  <a:pt x="1166653" y="1633931"/>
                </a:lnTo>
                <a:lnTo>
                  <a:pt x="1208309" y="1615630"/>
                </a:lnTo>
                <a:lnTo>
                  <a:pt x="1248760" y="1595192"/>
                </a:lnTo>
                <a:lnTo>
                  <a:pt x="1287935" y="1572690"/>
                </a:lnTo>
                <a:lnTo>
                  <a:pt x="1325763" y="1548195"/>
                </a:lnTo>
                <a:lnTo>
                  <a:pt x="1362171" y="1521778"/>
                </a:lnTo>
                <a:lnTo>
                  <a:pt x="1397089" y="1493511"/>
                </a:lnTo>
                <a:lnTo>
                  <a:pt x="1430444" y="1463466"/>
                </a:lnTo>
                <a:lnTo>
                  <a:pt x="1462166" y="1431715"/>
                </a:lnTo>
                <a:lnTo>
                  <a:pt x="1492183" y="1398329"/>
                </a:lnTo>
                <a:lnTo>
                  <a:pt x="1520422" y="1363379"/>
                </a:lnTo>
                <a:lnTo>
                  <a:pt x="1546814" y="1326937"/>
                </a:lnTo>
                <a:lnTo>
                  <a:pt x="1571286" y="1289076"/>
                </a:lnTo>
                <a:lnTo>
                  <a:pt x="1593767" y="1249866"/>
                </a:lnTo>
                <a:lnTo>
                  <a:pt x="1614185" y="1209378"/>
                </a:lnTo>
                <a:lnTo>
                  <a:pt x="1632469" y="1167686"/>
                </a:lnTo>
                <a:lnTo>
                  <a:pt x="1648547" y="1124860"/>
                </a:lnTo>
                <a:lnTo>
                  <a:pt x="1662347" y="1080972"/>
                </a:lnTo>
                <a:lnTo>
                  <a:pt x="1673799" y="1036093"/>
                </a:lnTo>
                <a:lnTo>
                  <a:pt x="1682830" y="990295"/>
                </a:lnTo>
                <a:lnTo>
                  <a:pt x="1689370" y="943651"/>
                </a:lnTo>
                <a:lnTo>
                  <a:pt x="1693346" y="896230"/>
                </a:lnTo>
                <a:lnTo>
                  <a:pt x="1694688" y="848106"/>
                </a:lnTo>
                <a:lnTo>
                  <a:pt x="1693346" y="799981"/>
                </a:lnTo>
                <a:lnTo>
                  <a:pt x="1689370" y="752560"/>
                </a:lnTo>
                <a:lnTo>
                  <a:pt x="1682830" y="705916"/>
                </a:lnTo>
                <a:lnTo>
                  <a:pt x="1673799" y="660118"/>
                </a:lnTo>
                <a:lnTo>
                  <a:pt x="1662347" y="615239"/>
                </a:lnTo>
                <a:lnTo>
                  <a:pt x="1648547" y="571351"/>
                </a:lnTo>
                <a:lnTo>
                  <a:pt x="1632469" y="528525"/>
                </a:lnTo>
                <a:lnTo>
                  <a:pt x="1614185" y="486833"/>
                </a:lnTo>
                <a:lnTo>
                  <a:pt x="1593767" y="446345"/>
                </a:lnTo>
                <a:lnTo>
                  <a:pt x="1571286" y="407135"/>
                </a:lnTo>
                <a:lnTo>
                  <a:pt x="1546814" y="369274"/>
                </a:lnTo>
                <a:lnTo>
                  <a:pt x="1520422" y="332832"/>
                </a:lnTo>
                <a:lnTo>
                  <a:pt x="1492183" y="297882"/>
                </a:lnTo>
                <a:lnTo>
                  <a:pt x="1462166" y="264496"/>
                </a:lnTo>
                <a:lnTo>
                  <a:pt x="1430444" y="232745"/>
                </a:lnTo>
                <a:lnTo>
                  <a:pt x="1397089" y="202700"/>
                </a:lnTo>
                <a:lnTo>
                  <a:pt x="1362171" y="174433"/>
                </a:lnTo>
                <a:lnTo>
                  <a:pt x="1325763" y="148016"/>
                </a:lnTo>
                <a:lnTo>
                  <a:pt x="1287935" y="123521"/>
                </a:lnTo>
                <a:lnTo>
                  <a:pt x="1248760" y="101019"/>
                </a:lnTo>
                <a:lnTo>
                  <a:pt x="1208309" y="80581"/>
                </a:lnTo>
                <a:lnTo>
                  <a:pt x="1166653" y="62280"/>
                </a:lnTo>
                <a:lnTo>
                  <a:pt x="1123865" y="46186"/>
                </a:lnTo>
                <a:lnTo>
                  <a:pt x="1080015" y="32372"/>
                </a:lnTo>
                <a:lnTo>
                  <a:pt x="1035174" y="20909"/>
                </a:lnTo>
                <a:lnTo>
                  <a:pt x="989416" y="11868"/>
                </a:lnTo>
                <a:lnTo>
                  <a:pt x="942810" y="5322"/>
                </a:lnTo>
                <a:lnTo>
                  <a:pt x="895429" y="1342"/>
                </a:lnTo>
                <a:lnTo>
                  <a:pt x="847344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5627955" y="2994121"/>
            <a:ext cx="981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95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965645" y="1056355"/>
            <a:ext cx="3660775" cy="741045"/>
          </a:xfrm>
          <a:custGeom>
            <a:avLst/>
            <a:gdLst/>
            <a:ahLst/>
            <a:cxnLst/>
            <a:rect l="l" t="t" r="r" b="b"/>
            <a:pathLst>
              <a:path w="3660775" h="741044">
                <a:moveTo>
                  <a:pt x="3290315" y="0"/>
                </a:moveTo>
                <a:lnTo>
                  <a:pt x="370331" y="0"/>
                </a:lnTo>
                <a:lnTo>
                  <a:pt x="323889" y="2886"/>
                </a:lnTo>
                <a:lnTo>
                  <a:pt x="279166" y="11313"/>
                </a:lnTo>
                <a:lnTo>
                  <a:pt x="236507" y="24934"/>
                </a:lnTo>
                <a:lnTo>
                  <a:pt x="196263" y="43401"/>
                </a:lnTo>
                <a:lnTo>
                  <a:pt x="158779" y="66367"/>
                </a:lnTo>
                <a:lnTo>
                  <a:pt x="124403" y="93483"/>
                </a:lnTo>
                <a:lnTo>
                  <a:pt x="93483" y="124403"/>
                </a:lnTo>
                <a:lnTo>
                  <a:pt x="66367" y="158779"/>
                </a:lnTo>
                <a:lnTo>
                  <a:pt x="43401" y="196263"/>
                </a:lnTo>
                <a:lnTo>
                  <a:pt x="24934" y="236507"/>
                </a:lnTo>
                <a:lnTo>
                  <a:pt x="11313" y="279166"/>
                </a:lnTo>
                <a:lnTo>
                  <a:pt x="2886" y="323889"/>
                </a:lnTo>
                <a:lnTo>
                  <a:pt x="0" y="370332"/>
                </a:lnTo>
                <a:lnTo>
                  <a:pt x="2886" y="416774"/>
                </a:lnTo>
                <a:lnTo>
                  <a:pt x="11313" y="461497"/>
                </a:lnTo>
                <a:lnTo>
                  <a:pt x="24934" y="504156"/>
                </a:lnTo>
                <a:lnTo>
                  <a:pt x="43401" y="544400"/>
                </a:lnTo>
                <a:lnTo>
                  <a:pt x="66367" y="581884"/>
                </a:lnTo>
                <a:lnTo>
                  <a:pt x="93483" y="616260"/>
                </a:lnTo>
                <a:lnTo>
                  <a:pt x="124403" y="647180"/>
                </a:lnTo>
                <a:lnTo>
                  <a:pt x="158779" y="674296"/>
                </a:lnTo>
                <a:lnTo>
                  <a:pt x="196263" y="697262"/>
                </a:lnTo>
                <a:lnTo>
                  <a:pt x="236507" y="715729"/>
                </a:lnTo>
                <a:lnTo>
                  <a:pt x="279166" y="729350"/>
                </a:lnTo>
                <a:lnTo>
                  <a:pt x="323889" y="737777"/>
                </a:lnTo>
                <a:lnTo>
                  <a:pt x="370331" y="740663"/>
                </a:lnTo>
                <a:lnTo>
                  <a:pt x="3290315" y="740663"/>
                </a:lnTo>
                <a:lnTo>
                  <a:pt x="3336758" y="737777"/>
                </a:lnTo>
                <a:lnTo>
                  <a:pt x="3381481" y="729350"/>
                </a:lnTo>
                <a:lnTo>
                  <a:pt x="3424140" y="715729"/>
                </a:lnTo>
                <a:lnTo>
                  <a:pt x="3464384" y="697262"/>
                </a:lnTo>
                <a:lnTo>
                  <a:pt x="3501868" y="674296"/>
                </a:lnTo>
                <a:lnTo>
                  <a:pt x="3536244" y="647180"/>
                </a:lnTo>
                <a:lnTo>
                  <a:pt x="3567164" y="616260"/>
                </a:lnTo>
                <a:lnTo>
                  <a:pt x="3594280" y="581884"/>
                </a:lnTo>
                <a:lnTo>
                  <a:pt x="3617246" y="544400"/>
                </a:lnTo>
                <a:lnTo>
                  <a:pt x="3635713" y="504156"/>
                </a:lnTo>
                <a:lnTo>
                  <a:pt x="3649334" y="461497"/>
                </a:lnTo>
                <a:lnTo>
                  <a:pt x="3657761" y="416774"/>
                </a:lnTo>
                <a:lnTo>
                  <a:pt x="3660648" y="370332"/>
                </a:lnTo>
                <a:lnTo>
                  <a:pt x="3657761" y="323889"/>
                </a:lnTo>
                <a:lnTo>
                  <a:pt x="3649334" y="279166"/>
                </a:lnTo>
                <a:lnTo>
                  <a:pt x="3635713" y="236507"/>
                </a:lnTo>
                <a:lnTo>
                  <a:pt x="3617246" y="196263"/>
                </a:lnTo>
                <a:lnTo>
                  <a:pt x="3594280" y="158779"/>
                </a:lnTo>
                <a:lnTo>
                  <a:pt x="3567164" y="124403"/>
                </a:lnTo>
                <a:lnTo>
                  <a:pt x="3536244" y="93483"/>
                </a:lnTo>
                <a:lnTo>
                  <a:pt x="3501868" y="66367"/>
                </a:lnTo>
                <a:lnTo>
                  <a:pt x="3464384" y="43401"/>
                </a:lnTo>
                <a:lnTo>
                  <a:pt x="3424140" y="24934"/>
                </a:lnTo>
                <a:lnTo>
                  <a:pt x="3381481" y="11313"/>
                </a:lnTo>
                <a:lnTo>
                  <a:pt x="3336758" y="2886"/>
                </a:lnTo>
                <a:lnTo>
                  <a:pt x="32903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8013904" y="1288130"/>
            <a:ext cx="211899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Segoe UI Light"/>
                <a:cs typeface="Segoe UI Light"/>
              </a:rPr>
              <a:t>1.</a:t>
            </a:r>
            <a:r>
              <a:rPr sz="1600" b="1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1" spc="-30" dirty="0">
                <a:solidFill>
                  <a:srgbClr val="FFFFFF"/>
                </a:solidFill>
                <a:latin typeface="Segoe UI Light"/>
                <a:cs typeface="Segoe UI Light"/>
              </a:rPr>
              <a:t>COMPANY</a:t>
            </a:r>
            <a:r>
              <a:rPr sz="1600" b="1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Segoe UI Light"/>
                <a:cs typeface="Segoe UI Light"/>
              </a:rPr>
              <a:t>OVERVIEW</a:t>
            </a:r>
            <a:endParaRPr sz="1600" b="1" dirty="0">
              <a:latin typeface="Segoe UI Light"/>
              <a:cs typeface="Segoe UI Ligh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15454" y="2776950"/>
            <a:ext cx="3660775" cy="741045"/>
          </a:xfrm>
          <a:custGeom>
            <a:avLst/>
            <a:gdLst/>
            <a:ahLst/>
            <a:cxnLst/>
            <a:rect l="l" t="t" r="r" b="b"/>
            <a:pathLst>
              <a:path w="3660775" h="741045">
                <a:moveTo>
                  <a:pt x="3290316" y="0"/>
                </a:moveTo>
                <a:lnTo>
                  <a:pt x="370331" y="0"/>
                </a:lnTo>
                <a:lnTo>
                  <a:pt x="323889" y="2886"/>
                </a:lnTo>
                <a:lnTo>
                  <a:pt x="279166" y="11313"/>
                </a:lnTo>
                <a:lnTo>
                  <a:pt x="236507" y="24934"/>
                </a:lnTo>
                <a:lnTo>
                  <a:pt x="196263" y="43401"/>
                </a:lnTo>
                <a:lnTo>
                  <a:pt x="158779" y="66367"/>
                </a:lnTo>
                <a:lnTo>
                  <a:pt x="124403" y="93483"/>
                </a:lnTo>
                <a:lnTo>
                  <a:pt x="93483" y="124403"/>
                </a:lnTo>
                <a:lnTo>
                  <a:pt x="66367" y="158779"/>
                </a:lnTo>
                <a:lnTo>
                  <a:pt x="43401" y="196263"/>
                </a:lnTo>
                <a:lnTo>
                  <a:pt x="24934" y="236507"/>
                </a:lnTo>
                <a:lnTo>
                  <a:pt x="11313" y="279166"/>
                </a:lnTo>
                <a:lnTo>
                  <a:pt x="2886" y="323889"/>
                </a:lnTo>
                <a:lnTo>
                  <a:pt x="0" y="370331"/>
                </a:lnTo>
                <a:lnTo>
                  <a:pt x="2886" y="416774"/>
                </a:lnTo>
                <a:lnTo>
                  <a:pt x="11313" y="461497"/>
                </a:lnTo>
                <a:lnTo>
                  <a:pt x="24934" y="504156"/>
                </a:lnTo>
                <a:lnTo>
                  <a:pt x="43401" y="544400"/>
                </a:lnTo>
                <a:lnTo>
                  <a:pt x="66367" y="581884"/>
                </a:lnTo>
                <a:lnTo>
                  <a:pt x="93483" y="616260"/>
                </a:lnTo>
                <a:lnTo>
                  <a:pt x="124403" y="647180"/>
                </a:lnTo>
                <a:lnTo>
                  <a:pt x="158779" y="674296"/>
                </a:lnTo>
                <a:lnTo>
                  <a:pt x="196263" y="697262"/>
                </a:lnTo>
                <a:lnTo>
                  <a:pt x="236507" y="715729"/>
                </a:lnTo>
                <a:lnTo>
                  <a:pt x="279166" y="729350"/>
                </a:lnTo>
                <a:lnTo>
                  <a:pt x="323889" y="737777"/>
                </a:lnTo>
                <a:lnTo>
                  <a:pt x="370331" y="740663"/>
                </a:lnTo>
                <a:lnTo>
                  <a:pt x="3290316" y="740663"/>
                </a:lnTo>
                <a:lnTo>
                  <a:pt x="3336758" y="737777"/>
                </a:lnTo>
                <a:lnTo>
                  <a:pt x="3381481" y="729350"/>
                </a:lnTo>
                <a:lnTo>
                  <a:pt x="3424140" y="715729"/>
                </a:lnTo>
                <a:lnTo>
                  <a:pt x="3464384" y="697262"/>
                </a:lnTo>
                <a:lnTo>
                  <a:pt x="3501868" y="674296"/>
                </a:lnTo>
                <a:lnTo>
                  <a:pt x="3536244" y="647180"/>
                </a:lnTo>
                <a:lnTo>
                  <a:pt x="3567164" y="616260"/>
                </a:lnTo>
                <a:lnTo>
                  <a:pt x="3594280" y="581884"/>
                </a:lnTo>
                <a:lnTo>
                  <a:pt x="3617246" y="544400"/>
                </a:lnTo>
                <a:lnTo>
                  <a:pt x="3635713" y="504156"/>
                </a:lnTo>
                <a:lnTo>
                  <a:pt x="3649334" y="461497"/>
                </a:lnTo>
                <a:lnTo>
                  <a:pt x="3657761" y="416774"/>
                </a:lnTo>
                <a:lnTo>
                  <a:pt x="3660648" y="370331"/>
                </a:lnTo>
                <a:lnTo>
                  <a:pt x="3657761" y="323889"/>
                </a:lnTo>
                <a:lnTo>
                  <a:pt x="3649334" y="279166"/>
                </a:lnTo>
                <a:lnTo>
                  <a:pt x="3635713" y="236507"/>
                </a:lnTo>
                <a:lnTo>
                  <a:pt x="3617246" y="196263"/>
                </a:lnTo>
                <a:lnTo>
                  <a:pt x="3594280" y="158779"/>
                </a:lnTo>
                <a:lnTo>
                  <a:pt x="3567164" y="124403"/>
                </a:lnTo>
                <a:lnTo>
                  <a:pt x="3536244" y="93483"/>
                </a:lnTo>
                <a:lnTo>
                  <a:pt x="3501868" y="66367"/>
                </a:lnTo>
                <a:lnTo>
                  <a:pt x="3464384" y="43401"/>
                </a:lnTo>
                <a:lnTo>
                  <a:pt x="3424140" y="24934"/>
                </a:lnTo>
                <a:lnTo>
                  <a:pt x="3381481" y="11313"/>
                </a:lnTo>
                <a:lnTo>
                  <a:pt x="3336758" y="2886"/>
                </a:lnTo>
                <a:lnTo>
                  <a:pt x="3290316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1" name="object 11"/>
          <p:cNvGrpSpPr/>
          <p:nvPr/>
        </p:nvGrpSpPr>
        <p:grpSpPr>
          <a:xfrm>
            <a:off x="6854394" y="957294"/>
            <a:ext cx="940435" cy="939165"/>
            <a:chOff x="6832092" y="1514855"/>
            <a:chExt cx="940435" cy="939165"/>
          </a:xfrm>
          <a:solidFill>
            <a:srgbClr val="FF0000"/>
          </a:solidFill>
        </p:grpSpPr>
        <p:sp>
          <p:nvSpPr>
            <p:cNvPr id="12" name="object 12"/>
            <p:cNvSpPr/>
            <p:nvPr/>
          </p:nvSpPr>
          <p:spPr>
            <a:xfrm>
              <a:off x="6832092" y="1514855"/>
              <a:ext cx="940435" cy="939165"/>
            </a:xfrm>
            <a:custGeom>
              <a:avLst/>
              <a:gdLst/>
              <a:ahLst/>
              <a:cxnLst/>
              <a:rect l="l" t="t" r="r" b="b"/>
              <a:pathLst>
                <a:path w="940434" h="939164">
                  <a:moveTo>
                    <a:pt x="470153" y="0"/>
                  </a:moveTo>
                  <a:lnTo>
                    <a:pt x="422074" y="2423"/>
                  </a:lnTo>
                  <a:lnTo>
                    <a:pt x="375385" y="9537"/>
                  </a:lnTo>
                  <a:lnTo>
                    <a:pt x="330323" y="21105"/>
                  </a:lnTo>
                  <a:lnTo>
                    <a:pt x="287125" y="36891"/>
                  </a:lnTo>
                  <a:lnTo>
                    <a:pt x="246025" y="56659"/>
                  </a:lnTo>
                  <a:lnTo>
                    <a:pt x="207261" y="80172"/>
                  </a:lnTo>
                  <a:lnTo>
                    <a:pt x="171069" y="107196"/>
                  </a:lnTo>
                  <a:lnTo>
                    <a:pt x="137683" y="137493"/>
                  </a:lnTo>
                  <a:lnTo>
                    <a:pt x="107342" y="170827"/>
                  </a:lnTo>
                  <a:lnTo>
                    <a:pt x="80280" y="206964"/>
                  </a:lnTo>
                  <a:lnTo>
                    <a:pt x="56733" y="245665"/>
                  </a:lnTo>
                  <a:lnTo>
                    <a:pt x="36939" y="286696"/>
                  </a:lnTo>
                  <a:lnTo>
                    <a:pt x="21132" y="329820"/>
                  </a:lnTo>
                  <a:lnTo>
                    <a:pt x="9549" y="374802"/>
                  </a:lnTo>
                  <a:lnTo>
                    <a:pt x="2426" y="421404"/>
                  </a:lnTo>
                  <a:lnTo>
                    <a:pt x="0" y="469392"/>
                  </a:lnTo>
                  <a:lnTo>
                    <a:pt x="2426" y="517379"/>
                  </a:lnTo>
                  <a:lnTo>
                    <a:pt x="9549" y="563981"/>
                  </a:lnTo>
                  <a:lnTo>
                    <a:pt x="21132" y="608963"/>
                  </a:lnTo>
                  <a:lnTo>
                    <a:pt x="36939" y="652087"/>
                  </a:lnTo>
                  <a:lnTo>
                    <a:pt x="56733" y="693118"/>
                  </a:lnTo>
                  <a:lnTo>
                    <a:pt x="80280" y="731819"/>
                  </a:lnTo>
                  <a:lnTo>
                    <a:pt x="107342" y="767956"/>
                  </a:lnTo>
                  <a:lnTo>
                    <a:pt x="137683" y="801290"/>
                  </a:lnTo>
                  <a:lnTo>
                    <a:pt x="171069" y="831587"/>
                  </a:lnTo>
                  <a:lnTo>
                    <a:pt x="207261" y="858611"/>
                  </a:lnTo>
                  <a:lnTo>
                    <a:pt x="246025" y="882124"/>
                  </a:lnTo>
                  <a:lnTo>
                    <a:pt x="287125" y="901892"/>
                  </a:lnTo>
                  <a:lnTo>
                    <a:pt x="330323" y="917678"/>
                  </a:lnTo>
                  <a:lnTo>
                    <a:pt x="375385" y="929246"/>
                  </a:lnTo>
                  <a:lnTo>
                    <a:pt x="422074" y="936360"/>
                  </a:lnTo>
                  <a:lnTo>
                    <a:pt x="470153" y="938784"/>
                  </a:lnTo>
                  <a:lnTo>
                    <a:pt x="518233" y="936360"/>
                  </a:lnTo>
                  <a:lnTo>
                    <a:pt x="564922" y="929246"/>
                  </a:lnTo>
                  <a:lnTo>
                    <a:pt x="609984" y="917678"/>
                  </a:lnTo>
                  <a:lnTo>
                    <a:pt x="653182" y="901892"/>
                  </a:lnTo>
                  <a:lnTo>
                    <a:pt x="694282" y="882124"/>
                  </a:lnTo>
                  <a:lnTo>
                    <a:pt x="733046" y="858611"/>
                  </a:lnTo>
                  <a:lnTo>
                    <a:pt x="769238" y="831587"/>
                  </a:lnTo>
                  <a:lnTo>
                    <a:pt x="802624" y="801290"/>
                  </a:lnTo>
                  <a:lnTo>
                    <a:pt x="832965" y="767956"/>
                  </a:lnTo>
                  <a:lnTo>
                    <a:pt x="860027" y="731819"/>
                  </a:lnTo>
                  <a:lnTo>
                    <a:pt x="883574" y="693118"/>
                  </a:lnTo>
                  <a:lnTo>
                    <a:pt x="903368" y="652087"/>
                  </a:lnTo>
                  <a:lnTo>
                    <a:pt x="919175" y="608963"/>
                  </a:lnTo>
                  <a:lnTo>
                    <a:pt x="930758" y="563981"/>
                  </a:lnTo>
                  <a:lnTo>
                    <a:pt x="937881" y="517379"/>
                  </a:lnTo>
                  <a:lnTo>
                    <a:pt x="940307" y="469392"/>
                  </a:lnTo>
                  <a:lnTo>
                    <a:pt x="937881" y="421404"/>
                  </a:lnTo>
                  <a:lnTo>
                    <a:pt x="930758" y="374802"/>
                  </a:lnTo>
                  <a:lnTo>
                    <a:pt x="919175" y="329820"/>
                  </a:lnTo>
                  <a:lnTo>
                    <a:pt x="903368" y="286696"/>
                  </a:lnTo>
                  <a:lnTo>
                    <a:pt x="883574" y="245665"/>
                  </a:lnTo>
                  <a:lnTo>
                    <a:pt x="860027" y="206964"/>
                  </a:lnTo>
                  <a:lnTo>
                    <a:pt x="832965" y="170827"/>
                  </a:lnTo>
                  <a:lnTo>
                    <a:pt x="802624" y="137493"/>
                  </a:lnTo>
                  <a:lnTo>
                    <a:pt x="769238" y="107196"/>
                  </a:lnTo>
                  <a:lnTo>
                    <a:pt x="733046" y="80172"/>
                  </a:lnTo>
                  <a:lnTo>
                    <a:pt x="694282" y="56659"/>
                  </a:lnTo>
                  <a:lnTo>
                    <a:pt x="653182" y="36891"/>
                  </a:lnTo>
                  <a:lnTo>
                    <a:pt x="609984" y="21105"/>
                  </a:lnTo>
                  <a:lnTo>
                    <a:pt x="564922" y="9537"/>
                  </a:lnTo>
                  <a:lnTo>
                    <a:pt x="518233" y="2423"/>
                  </a:lnTo>
                  <a:lnTo>
                    <a:pt x="470153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7121764" y="1783143"/>
              <a:ext cx="346075" cy="346075"/>
            </a:xfrm>
            <a:custGeom>
              <a:avLst/>
              <a:gdLst/>
              <a:ahLst/>
              <a:cxnLst/>
              <a:rect l="l" t="t" r="r" b="b"/>
              <a:pathLst>
                <a:path w="346075" h="346075">
                  <a:moveTo>
                    <a:pt x="340232" y="0"/>
                  </a:moveTo>
                  <a:lnTo>
                    <a:pt x="5714" y="0"/>
                  </a:lnTo>
                  <a:lnTo>
                    <a:pt x="3809" y="1015"/>
                  </a:lnTo>
                  <a:lnTo>
                    <a:pt x="1397" y="2412"/>
                  </a:lnTo>
                  <a:lnTo>
                    <a:pt x="507" y="3810"/>
                  </a:lnTo>
                  <a:lnTo>
                    <a:pt x="0" y="6223"/>
                  </a:lnTo>
                  <a:lnTo>
                    <a:pt x="0" y="340233"/>
                  </a:lnTo>
                  <a:lnTo>
                    <a:pt x="507" y="343026"/>
                  </a:lnTo>
                  <a:lnTo>
                    <a:pt x="1397" y="344550"/>
                  </a:lnTo>
                  <a:lnTo>
                    <a:pt x="3809" y="345948"/>
                  </a:lnTo>
                  <a:lnTo>
                    <a:pt x="342137" y="345948"/>
                  </a:lnTo>
                  <a:lnTo>
                    <a:pt x="344550" y="344550"/>
                  </a:lnTo>
                  <a:lnTo>
                    <a:pt x="345439" y="343026"/>
                  </a:lnTo>
                  <a:lnTo>
                    <a:pt x="345948" y="340233"/>
                  </a:lnTo>
                  <a:lnTo>
                    <a:pt x="345948" y="273812"/>
                  </a:lnTo>
                  <a:lnTo>
                    <a:pt x="78867" y="273812"/>
                  </a:lnTo>
                  <a:lnTo>
                    <a:pt x="76073" y="273303"/>
                  </a:lnTo>
                  <a:lnTo>
                    <a:pt x="74549" y="271906"/>
                  </a:lnTo>
                  <a:lnTo>
                    <a:pt x="45211" y="242950"/>
                  </a:lnTo>
                  <a:lnTo>
                    <a:pt x="44323" y="241553"/>
                  </a:lnTo>
                  <a:lnTo>
                    <a:pt x="43814" y="239140"/>
                  </a:lnTo>
                  <a:lnTo>
                    <a:pt x="44323" y="237236"/>
                  </a:lnTo>
                  <a:lnTo>
                    <a:pt x="45211" y="234823"/>
                  </a:lnTo>
                  <a:lnTo>
                    <a:pt x="47117" y="233806"/>
                  </a:lnTo>
                  <a:lnTo>
                    <a:pt x="49529" y="233299"/>
                  </a:lnTo>
                  <a:lnTo>
                    <a:pt x="105214" y="233299"/>
                  </a:lnTo>
                  <a:lnTo>
                    <a:pt x="147193" y="191008"/>
                  </a:lnTo>
                  <a:lnTo>
                    <a:pt x="148717" y="189991"/>
                  </a:lnTo>
                  <a:lnTo>
                    <a:pt x="151129" y="189611"/>
                  </a:lnTo>
                  <a:lnTo>
                    <a:pt x="345948" y="189611"/>
                  </a:lnTo>
                  <a:lnTo>
                    <a:pt x="345948" y="135636"/>
                  </a:lnTo>
                  <a:lnTo>
                    <a:pt x="76073" y="135636"/>
                  </a:lnTo>
                  <a:lnTo>
                    <a:pt x="74549" y="134238"/>
                  </a:lnTo>
                  <a:lnTo>
                    <a:pt x="45211" y="104901"/>
                  </a:lnTo>
                  <a:lnTo>
                    <a:pt x="44323" y="102997"/>
                  </a:lnTo>
                  <a:lnTo>
                    <a:pt x="43814" y="100584"/>
                  </a:lnTo>
                  <a:lnTo>
                    <a:pt x="44323" y="98678"/>
                  </a:lnTo>
                  <a:lnTo>
                    <a:pt x="45211" y="96774"/>
                  </a:lnTo>
                  <a:lnTo>
                    <a:pt x="47117" y="95250"/>
                  </a:lnTo>
                  <a:lnTo>
                    <a:pt x="49529" y="94741"/>
                  </a:lnTo>
                  <a:lnTo>
                    <a:pt x="105918" y="94741"/>
                  </a:lnTo>
                  <a:lnTo>
                    <a:pt x="147193" y="53466"/>
                  </a:lnTo>
                  <a:lnTo>
                    <a:pt x="148717" y="52450"/>
                  </a:lnTo>
                  <a:lnTo>
                    <a:pt x="151129" y="51942"/>
                  </a:lnTo>
                  <a:lnTo>
                    <a:pt x="345948" y="51942"/>
                  </a:lnTo>
                  <a:lnTo>
                    <a:pt x="345948" y="6223"/>
                  </a:lnTo>
                  <a:lnTo>
                    <a:pt x="345439" y="3810"/>
                  </a:lnTo>
                  <a:lnTo>
                    <a:pt x="344550" y="2412"/>
                  </a:lnTo>
                  <a:lnTo>
                    <a:pt x="342137" y="1015"/>
                  </a:lnTo>
                  <a:lnTo>
                    <a:pt x="340232" y="0"/>
                  </a:lnTo>
                  <a:close/>
                </a:path>
                <a:path w="346075" h="346075">
                  <a:moveTo>
                    <a:pt x="345948" y="189611"/>
                  </a:moveTo>
                  <a:lnTo>
                    <a:pt x="151129" y="189611"/>
                  </a:lnTo>
                  <a:lnTo>
                    <a:pt x="153034" y="189991"/>
                  </a:lnTo>
                  <a:lnTo>
                    <a:pt x="155448" y="191515"/>
                  </a:lnTo>
                  <a:lnTo>
                    <a:pt x="156336" y="192912"/>
                  </a:lnTo>
                  <a:lnTo>
                    <a:pt x="156845" y="195325"/>
                  </a:lnTo>
                  <a:lnTo>
                    <a:pt x="156336" y="197230"/>
                  </a:lnTo>
                  <a:lnTo>
                    <a:pt x="155448" y="199136"/>
                  </a:lnTo>
                  <a:lnTo>
                    <a:pt x="82296" y="271906"/>
                  </a:lnTo>
                  <a:lnTo>
                    <a:pt x="80772" y="273303"/>
                  </a:lnTo>
                  <a:lnTo>
                    <a:pt x="78867" y="273812"/>
                  </a:lnTo>
                  <a:lnTo>
                    <a:pt x="345948" y="273812"/>
                  </a:lnTo>
                  <a:lnTo>
                    <a:pt x="345948" y="254000"/>
                  </a:lnTo>
                  <a:lnTo>
                    <a:pt x="179958" y="254000"/>
                  </a:lnTo>
                  <a:lnTo>
                    <a:pt x="178053" y="253618"/>
                  </a:lnTo>
                  <a:lnTo>
                    <a:pt x="176149" y="252602"/>
                  </a:lnTo>
                  <a:lnTo>
                    <a:pt x="174625" y="250698"/>
                  </a:lnTo>
                  <a:lnTo>
                    <a:pt x="174117" y="248285"/>
                  </a:lnTo>
                  <a:lnTo>
                    <a:pt x="174625" y="246379"/>
                  </a:lnTo>
                  <a:lnTo>
                    <a:pt x="176149" y="243966"/>
                  </a:lnTo>
                  <a:lnTo>
                    <a:pt x="178053" y="242950"/>
                  </a:lnTo>
                  <a:lnTo>
                    <a:pt x="179958" y="242442"/>
                  </a:lnTo>
                  <a:lnTo>
                    <a:pt x="345948" y="242442"/>
                  </a:lnTo>
                  <a:lnTo>
                    <a:pt x="345948" y="189611"/>
                  </a:lnTo>
                  <a:close/>
                </a:path>
                <a:path w="346075" h="346075">
                  <a:moveTo>
                    <a:pt x="105214" y="233299"/>
                  </a:moveTo>
                  <a:lnTo>
                    <a:pt x="49529" y="233299"/>
                  </a:lnTo>
                  <a:lnTo>
                    <a:pt x="51434" y="233806"/>
                  </a:lnTo>
                  <a:lnTo>
                    <a:pt x="53467" y="234823"/>
                  </a:lnTo>
                  <a:lnTo>
                    <a:pt x="78867" y="259841"/>
                  </a:lnTo>
                  <a:lnTo>
                    <a:pt x="105214" y="233299"/>
                  </a:lnTo>
                  <a:close/>
                </a:path>
                <a:path w="346075" h="346075">
                  <a:moveTo>
                    <a:pt x="345948" y="242442"/>
                  </a:moveTo>
                  <a:lnTo>
                    <a:pt x="296418" y="242442"/>
                  </a:lnTo>
                  <a:lnTo>
                    <a:pt x="298830" y="242950"/>
                  </a:lnTo>
                  <a:lnTo>
                    <a:pt x="300735" y="243966"/>
                  </a:lnTo>
                  <a:lnTo>
                    <a:pt x="301625" y="246379"/>
                  </a:lnTo>
                  <a:lnTo>
                    <a:pt x="302132" y="248285"/>
                  </a:lnTo>
                  <a:lnTo>
                    <a:pt x="301625" y="250698"/>
                  </a:lnTo>
                  <a:lnTo>
                    <a:pt x="300735" y="252602"/>
                  </a:lnTo>
                  <a:lnTo>
                    <a:pt x="298830" y="253618"/>
                  </a:lnTo>
                  <a:lnTo>
                    <a:pt x="296418" y="254000"/>
                  </a:lnTo>
                  <a:lnTo>
                    <a:pt x="345948" y="254000"/>
                  </a:lnTo>
                  <a:lnTo>
                    <a:pt x="345948" y="242442"/>
                  </a:lnTo>
                  <a:close/>
                </a:path>
                <a:path w="346075" h="346075">
                  <a:moveTo>
                    <a:pt x="345948" y="51942"/>
                  </a:moveTo>
                  <a:lnTo>
                    <a:pt x="151129" y="51942"/>
                  </a:lnTo>
                  <a:lnTo>
                    <a:pt x="153034" y="52450"/>
                  </a:lnTo>
                  <a:lnTo>
                    <a:pt x="155448" y="53466"/>
                  </a:lnTo>
                  <a:lnTo>
                    <a:pt x="156336" y="54863"/>
                  </a:lnTo>
                  <a:lnTo>
                    <a:pt x="156845" y="57276"/>
                  </a:lnTo>
                  <a:lnTo>
                    <a:pt x="156336" y="59689"/>
                  </a:lnTo>
                  <a:lnTo>
                    <a:pt x="155448" y="61087"/>
                  </a:lnTo>
                  <a:lnTo>
                    <a:pt x="82296" y="134238"/>
                  </a:lnTo>
                  <a:lnTo>
                    <a:pt x="80772" y="135636"/>
                  </a:lnTo>
                  <a:lnTo>
                    <a:pt x="345948" y="135636"/>
                  </a:lnTo>
                  <a:lnTo>
                    <a:pt x="345948" y="128524"/>
                  </a:lnTo>
                  <a:lnTo>
                    <a:pt x="179958" y="128524"/>
                  </a:lnTo>
                  <a:lnTo>
                    <a:pt x="176149" y="126491"/>
                  </a:lnTo>
                  <a:lnTo>
                    <a:pt x="174625" y="125094"/>
                  </a:lnTo>
                  <a:lnTo>
                    <a:pt x="174117" y="122174"/>
                  </a:lnTo>
                  <a:lnTo>
                    <a:pt x="174625" y="120268"/>
                  </a:lnTo>
                  <a:lnTo>
                    <a:pt x="176149" y="118872"/>
                  </a:lnTo>
                  <a:lnTo>
                    <a:pt x="178053" y="117348"/>
                  </a:lnTo>
                  <a:lnTo>
                    <a:pt x="179958" y="116966"/>
                  </a:lnTo>
                  <a:lnTo>
                    <a:pt x="345948" y="116966"/>
                  </a:lnTo>
                  <a:lnTo>
                    <a:pt x="345948" y="51942"/>
                  </a:lnTo>
                  <a:close/>
                </a:path>
                <a:path w="346075" h="346075">
                  <a:moveTo>
                    <a:pt x="345948" y="116966"/>
                  </a:moveTo>
                  <a:lnTo>
                    <a:pt x="296418" y="116966"/>
                  </a:lnTo>
                  <a:lnTo>
                    <a:pt x="298830" y="117348"/>
                  </a:lnTo>
                  <a:lnTo>
                    <a:pt x="300735" y="118872"/>
                  </a:lnTo>
                  <a:lnTo>
                    <a:pt x="301625" y="120268"/>
                  </a:lnTo>
                  <a:lnTo>
                    <a:pt x="302031" y="121792"/>
                  </a:lnTo>
                  <a:lnTo>
                    <a:pt x="302132" y="122174"/>
                  </a:lnTo>
                  <a:lnTo>
                    <a:pt x="301625" y="125094"/>
                  </a:lnTo>
                  <a:lnTo>
                    <a:pt x="300735" y="126491"/>
                  </a:lnTo>
                  <a:lnTo>
                    <a:pt x="298830" y="127508"/>
                  </a:lnTo>
                  <a:lnTo>
                    <a:pt x="296418" y="128524"/>
                  </a:lnTo>
                  <a:lnTo>
                    <a:pt x="345948" y="128524"/>
                  </a:lnTo>
                  <a:lnTo>
                    <a:pt x="345948" y="116966"/>
                  </a:lnTo>
                  <a:close/>
                </a:path>
                <a:path w="346075" h="346075">
                  <a:moveTo>
                    <a:pt x="105918" y="94741"/>
                  </a:moveTo>
                  <a:lnTo>
                    <a:pt x="49529" y="94741"/>
                  </a:lnTo>
                  <a:lnTo>
                    <a:pt x="51434" y="95250"/>
                  </a:lnTo>
                  <a:lnTo>
                    <a:pt x="53467" y="96774"/>
                  </a:lnTo>
                  <a:lnTo>
                    <a:pt x="78867" y="121792"/>
                  </a:lnTo>
                  <a:lnTo>
                    <a:pt x="105918" y="94741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014663" y="3009361"/>
            <a:ext cx="139890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Segoe UI Light"/>
                <a:cs typeface="Segoe UI Light"/>
              </a:rPr>
              <a:t>2.</a:t>
            </a:r>
            <a:r>
              <a:rPr sz="1600" b="1" spc="-20" dirty="0">
                <a:latin typeface="Segoe UI Light"/>
                <a:cs typeface="Segoe UI Light"/>
              </a:rPr>
              <a:t> </a:t>
            </a:r>
            <a:r>
              <a:rPr sz="1600" b="1" spc="-90" dirty="0">
                <a:latin typeface="Segoe UI Light"/>
                <a:cs typeface="Segoe UI Light"/>
              </a:rPr>
              <a:t>DATA</a:t>
            </a:r>
            <a:r>
              <a:rPr sz="1600" b="1" spc="-15" dirty="0">
                <a:latin typeface="Segoe UI Light"/>
                <a:cs typeface="Segoe UI Light"/>
              </a:rPr>
              <a:t> </a:t>
            </a:r>
            <a:r>
              <a:rPr sz="1600" b="1" spc="-20" dirty="0">
                <a:latin typeface="Segoe UI Light"/>
                <a:cs typeface="Segoe UI Light"/>
              </a:rPr>
              <a:t>MODEL</a:t>
            </a:r>
            <a:endParaRPr sz="1600" b="1" dirty="0">
              <a:latin typeface="Segoe UI Light"/>
              <a:cs typeface="Segoe UI Ligh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965645" y="4598130"/>
            <a:ext cx="3660775" cy="741045"/>
          </a:xfrm>
          <a:custGeom>
            <a:avLst/>
            <a:gdLst/>
            <a:ahLst/>
            <a:cxnLst/>
            <a:rect l="l" t="t" r="r" b="b"/>
            <a:pathLst>
              <a:path w="3660775" h="741045">
                <a:moveTo>
                  <a:pt x="3290315" y="0"/>
                </a:moveTo>
                <a:lnTo>
                  <a:pt x="370331" y="0"/>
                </a:lnTo>
                <a:lnTo>
                  <a:pt x="323889" y="2886"/>
                </a:lnTo>
                <a:lnTo>
                  <a:pt x="279166" y="11313"/>
                </a:lnTo>
                <a:lnTo>
                  <a:pt x="236507" y="24934"/>
                </a:lnTo>
                <a:lnTo>
                  <a:pt x="196263" y="43401"/>
                </a:lnTo>
                <a:lnTo>
                  <a:pt x="158779" y="66367"/>
                </a:lnTo>
                <a:lnTo>
                  <a:pt x="124403" y="93483"/>
                </a:lnTo>
                <a:lnTo>
                  <a:pt x="93483" y="124403"/>
                </a:lnTo>
                <a:lnTo>
                  <a:pt x="66367" y="158779"/>
                </a:lnTo>
                <a:lnTo>
                  <a:pt x="43401" y="196263"/>
                </a:lnTo>
                <a:lnTo>
                  <a:pt x="24934" y="236507"/>
                </a:lnTo>
                <a:lnTo>
                  <a:pt x="11313" y="279166"/>
                </a:lnTo>
                <a:lnTo>
                  <a:pt x="2886" y="323889"/>
                </a:lnTo>
                <a:lnTo>
                  <a:pt x="0" y="370331"/>
                </a:lnTo>
                <a:lnTo>
                  <a:pt x="2886" y="416786"/>
                </a:lnTo>
                <a:lnTo>
                  <a:pt x="11313" y="461518"/>
                </a:lnTo>
                <a:lnTo>
                  <a:pt x="24934" y="504182"/>
                </a:lnTo>
                <a:lnTo>
                  <a:pt x="43401" y="544429"/>
                </a:lnTo>
                <a:lnTo>
                  <a:pt x="66367" y="581912"/>
                </a:lnTo>
                <a:lnTo>
                  <a:pt x="93483" y="616286"/>
                </a:lnTo>
                <a:lnTo>
                  <a:pt x="124403" y="647202"/>
                </a:lnTo>
                <a:lnTo>
                  <a:pt x="158779" y="674314"/>
                </a:lnTo>
                <a:lnTo>
                  <a:pt x="196263" y="697274"/>
                </a:lnTo>
                <a:lnTo>
                  <a:pt x="236507" y="715737"/>
                </a:lnTo>
                <a:lnTo>
                  <a:pt x="279166" y="729354"/>
                </a:lnTo>
                <a:lnTo>
                  <a:pt x="323889" y="737778"/>
                </a:lnTo>
                <a:lnTo>
                  <a:pt x="370331" y="740663"/>
                </a:lnTo>
                <a:lnTo>
                  <a:pt x="3290315" y="740663"/>
                </a:lnTo>
                <a:lnTo>
                  <a:pt x="3336758" y="737778"/>
                </a:lnTo>
                <a:lnTo>
                  <a:pt x="3381481" y="729354"/>
                </a:lnTo>
                <a:lnTo>
                  <a:pt x="3424140" y="715737"/>
                </a:lnTo>
                <a:lnTo>
                  <a:pt x="3464384" y="697274"/>
                </a:lnTo>
                <a:lnTo>
                  <a:pt x="3501868" y="674314"/>
                </a:lnTo>
                <a:lnTo>
                  <a:pt x="3536244" y="647202"/>
                </a:lnTo>
                <a:lnTo>
                  <a:pt x="3567164" y="616286"/>
                </a:lnTo>
                <a:lnTo>
                  <a:pt x="3594280" y="581912"/>
                </a:lnTo>
                <a:lnTo>
                  <a:pt x="3617246" y="544429"/>
                </a:lnTo>
                <a:lnTo>
                  <a:pt x="3635713" y="504182"/>
                </a:lnTo>
                <a:lnTo>
                  <a:pt x="3649334" y="461518"/>
                </a:lnTo>
                <a:lnTo>
                  <a:pt x="3657761" y="416786"/>
                </a:lnTo>
                <a:lnTo>
                  <a:pt x="3660648" y="370331"/>
                </a:lnTo>
                <a:lnTo>
                  <a:pt x="3657761" y="323889"/>
                </a:lnTo>
                <a:lnTo>
                  <a:pt x="3649334" y="279166"/>
                </a:lnTo>
                <a:lnTo>
                  <a:pt x="3635713" y="236507"/>
                </a:lnTo>
                <a:lnTo>
                  <a:pt x="3617246" y="196263"/>
                </a:lnTo>
                <a:lnTo>
                  <a:pt x="3594280" y="158779"/>
                </a:lnTo>
                <a:lnTo>
                  <a:pt x="3567164" y="124403"/>
                </a:lnTo>
                <a:lnTo>
                  <a:pt x="3536244" y="93483"/>
                </a:lnTo>
                <a:lnTo>
                  <a:pt x="3501868" y="66367"/>
                </a:lnTo>
                <a:lnTo>
                  <a:pt x="3464384" y="43401"/>
                </a:lnTo>
                <a:lnTo>
                  <a:pt x="3424140" y="24934"/>
                </a:lnTo>
                <a:lnTo>
                  <a:pt x="3381481" y="11313"/>
                </a:lnTo>
                <a:lnTo>
                  <a:pt x="3336758" y="2886"/>
                </a:lnTo>
                <a:lnTo>
                  <a:pt x="32903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6" name="object 16"/>
          <p:cNvGrpSpPr/>
          <p:nvPr/>
        </p:nvGrpSpPr>
        <p:grpSpPr>
          <a:xfrm>
            <a:off x="7497521" y="2682462"/>
            <a:ext cx="940435" cy="940435"/>
            <a:chOff x="7475219" y="3240023"/>
            <a:chExt cx="940435" cy="940435"/>
          </a:xfrm>
          <a:solidFill>
            <a:schemeClr val="bg1"/>
          </a:solidFill>
        </p:grpSpPr>
        <p:sp>
          <p:nvSpPr>
            <p:cNvPr id="17" name="object 17"/>
            <p:cNvSpPr/>
            <p:nvPr/>
          </p:nvSpPr>
          <p:spPr>
            <a:xfrm>
              <a:off x="7475219" y="3240023"/>
              <a:ext cx="940435" cy="940435"/>
            </a:xfrm>
            <a:custGeom>
              <a:avLst/>
              <a:gdLst/>
              <a:ahLst/>
              <a:cxnLst/>
              <a:rect l="l" t="t" r="r" b="b"/>
              <a:pathLst>
                <a:path w="940434" h="940435">
                  <a:moveTo>
                    <a:pt x="470153" y="0"/>
                  </a:moveTo>
                  <a:lnTo>
                    <a:pt x="422074" y="2426"/>
                  </a:lnTo>
                  <a:lnTo>
                    <a:pt x="375385" y="9549"/>
                  </a:lnTo>
                  <a:lnTo>
                    <a:pt x="330323" y="21132"/>
                  </a:lnTo>
                  <a:lnTo>
                    <a:pt x="287125" y="36939"/>
                  </a:lnTo>
                  <a:lnTo>
                    <a:pt x="246025" y="56733"/>
                  </a:lnTo>
                  <a:lnTo>
                    <a:pt x="207261" y="80280"/>
                  </a:lnTo>
                  <a:lnTo>
                    <a:pt x="171069" y="107342"/>
                  </a:lnTo>
                  <a:lnTo>
                    <a:pt x="137683" y="137683"/>
                  </a:lnTo>
                  <a:lnTo>
                    <a:pt x="107342" y="171069"/>
                  </a:lnTo>
                  <a:lnTo>
                    <a:pt x="80280" y="207261"/>
                  </a:lnTo>
                  <a:lnTo>
                    <a:pt x="56733" y="246025"/>
                  </a:lnTo>
                  <a:lnTo>
                    <a:pt x="36939" y="287125"/>
                  </a:lnTo>
                  <a:lnTo>
                    <a:pt x="21132" y="330323"/>
                  </a:lnTo>
                  <a:lnTo>
                    <a:pt x="9549" y="375385"/>
                  </a:lnTo>
                  <a:lnTo>
                    <a:pt x="2426" y="422074"/>
                  </a:lnTo>
                  <a:lnTo>
                    <a:pt x="0" y="470153"/>
                  </a:lnTo>
                  <a:lnTo>
                    <a:pt x="2426" y="518233"/>
                  </a:lnTo>
                  <a:lnTo>
                    <a:pt x="9549" y="564922"/>
                  </a:lnTo>
                  <a:lnTo>
                    <a:pt x="21132" y="609984"/>
                  </a:lnTo>
                  <a:lnTo>
                    <a:pt x="36939" y="653182"/>
                  </a:lnTo>
                  <a:lnTo>
                    <a:pt x="56733" y="694282"/>
                  </a:lnTo>
                  <a:lnTo>
                    <a:pt x="80280" y="733046"/>
                  </a:lnTo>
                  <a:lnTo>
                    <a:pt x="107342" y="769238"/>
                  </a:lnTo>
                  <a:lnTo>
                    <a:pt x="137683" y="802624"/>
                  </a:lnTo>
                  <a:lnTo>
                    <a:pt x="171069" y="832965"/>
                  </a:lnTo>
                  <a:lnTo>
                    <a:pt x="207261" y="860027"/>
                  </a:lnTo>
                  <a:lnTo>
                    <a:pt x="246025" y="883574"/>
                  </a:lnTo>
                  <a:lnTo>
                    <a:pt x="287125" y="903368"/>
                  </a:lnTo>
                  <a:lnTo>
                    <a:pt x="330323" y="919175"/>
                  </a:lnTo>
                  <a:lnTo>
                    <a:pt x="375385" y="930758"/>
                  </a:lnTo>
                  <a:lnTo>
                    <a:pt x="422074" y="937881"/>
                  </a:lnTo>
                  <a:lnTo>
                    <a:pt x="470153" y="940307"/>
                  </a:lnTo>
                  <a:lnTo>
                    <a:pt x="518233" y="937881"/>
                  </a:lnTo>
                  <a:lnTo>
                    <a:pt x="564922" y="930758"/>
                  </a:lnTo>
                  <a:lnTo>
                    <a:pt x="609984" y="919175"/>
                  </a:lnTo>
                  <a:lnTo>
                    <a:pt x="653182" y="903368"/>
                  </a:lnTo>
                  <a:lnTo>
                    <a:pt x="694282" y="883574"/>
                  </a:lnTo>
                  <a:lnTo>
                    <a:pt x="733046" y="860027"/>
                  </a:lnTo>
                  <a:lnTo>
                    <a:pt x="769238" y="832965"/>
                  </a:lnTo>
                  <a:lnTo>
                    <a:pt x="802624" y="802624"/>
                  </a:lnTo>
                  <a:lnTo>
                    <a:pt x="832965" y="769238"/>
                  </a:lnTo>
                  <a:lnTo>
                    <a:pt x="860027" y="733046"/>
                  </a:lnTo>
                  <a:lnTo>
                    <a:pt x="883574" y="694282"/>
                  </a:lnTo>
                  <a:lnTo>
                    <a:pt x="903368" y="653182"/>
                  </a:lnTo>
                  <a:lnTo>
                    <a:pt x="919175" y="609984"/>
                  </a:lnTo>
                  <a:lnTo>
                    <a:pt x="930758" y="564922"/>
                  </a:lnTo>
                  <a:lnTo>
                    <a:pt x="937881" y="518233"/>
                  </a:lnTo>
                  <a:lnTo>
                    <a:pt x="940307" y="470153"/>
                  </a:lnTo>
                  <a:lnTo>
                    <a:pt x="937881" y="422074"/>
                  </a:lnTo>
                  <a:lnTo>
                    <a:pt x="930758" y="375385"/>
                  </a:lnTo>
                  <a:lnTo>
                    <a:pt x="919175" y="330323"/>
                  </a:lnTo>
                  <a:lnTo>
                    <a:pt x="903368" y="287125"/>
                  </a:lnTo>
                  <a:lnTo>
                    <a:pt x="883574" y="246025"/>
                  </a:lnTo>
                  <a:lnTo>
                    <a:pt x="860027" y="207261"/>
                  </a:lnTo>
                  <a:lnTo>
                    <a:pt x="832965" y="171069"/>
                  </a:lnTo>
                  <a:lnTo>
                    <a:pt x="802624" y="137683"/>
                  </a:lnTo>
                  <a:lnTo>
                    <a:pt x="769238" y="107342"/>
                  </a:lnTo>
                  <a:lnTo>
                    <a:pt x="733046" y="80280"/>
                  </a:lnTo>
                  <a:lnTo>
                    <a:pt x="694282" y="56733"/>
                  </a:lnTo>
                  <a:lnTo>
                    <a:pt x="653182" y="36939"/>
                  </a:lnTo>
                  <a:lnTo>
                    <a:pt x="609984" y="21132"/>
                  </a:lnTo>
                  <a:lnTo>
                    <a:pt x="564922" y="9549"/>
                  </a:lnTo>
                  <a:lnTo>
                    <a:pt x="518233" y="2426"/>
                  </a:lnTo>
                  <a:lnTo>
                    <a:pt x="470153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18"/>
            <p:cNvSpPr/>
            <p:nvPr/>
          </p:nvSpPr>
          <p:spPr>
            <a:xfrm>
              <a:off x="7732522" y="3534155"/>
              <a:ext cx="347980" cy="349250"/>
            </a:xfrm>
            <a:custGeom>
              <a:avLst/>
              <a:gdLst/>
              <a:ahLst/>
              <a:cxnLst/>
              <a:rect l="l" t="t" r="r" b="b"/>
              <a:pathLst>
                <a:path w="347979" h="349250">
                  <a:moveTo>
                    <a:pt x="241046" y="0"/>
                  </a:moveTo>
                  <a:lnTo>
                    <a:pt x="234061" y="0"/>
                  </a:lnTo>
                  <a:lnTo>
                    <a:pt x="224027" y="2286"/>
                  </a:lnTo>
                  <a:lnTo>
                    <a:pt x="205613" y="21209"/>
                  </a:lnTo>
                  <a:lnTo>
                    <a:pt x="204089" y="24384"/>
                  </a:lnTo>
                  <a:lnTo>
                    <a:pt x="203326" y="27812"/>
                  </a:lnTo>
                  <a:lnTo>
                    <a:pt x="202946" y="31241"/>
                  </a:lnTo>
                  <a:lnTo>
                    <a:pt x="202946" y="34798"/>
                  </a:lnTo>
                  <a:lnTo>
                    <a:pt x="203326" y="40639"/>
                  </a:lnTo>
                  <a:lnTo>
                    <a:pt x="204470" y="45592"/>
                  </a:lnTo>
                  <a:lnTo>
                    <a:pt x="206375" y="50673"/>
                  </a:lnTo>
                  <a:lnTo>
                    <a:pt x="209423" y="54863"/>
                  </a:lnTo>
                  <a:lnTo>
                    <a:pt x="149098" y="115188"/>
                  </a:lnTo>
                  <a:lnTo>
                    <a:pt x="145669" y="113283"/>
                  </a:lnTo>
                  <a:lnTo>
                    <a:pt x="141859" y="111632"/>
                  </a:lnTo>
                  <a:lnTo>
                    <a:pt x="137668" y="110489"/>
                  </a:lnTo>
                  <a:lnTo>
                    <a:pt x="133350" y="110108"/>
                  </a:lnTo>
                  <a:lnTo>
                    <a:pt x="127253" y="110870"/>
                  </a:lnTo>
                  <a:lnTo>
                    <a:pt x="124968" y="111632"/>
                  </a:lnTo>
                  <a:lnTo>
                    <a:pt x="122174" y="112902"/>
                  </a:lnTo>
                  <a:lnTo>
                    <a:pt x="119507" y="113664"/>
                  </a:lnTo>
                  <a:lnTo>
                    <a:pt x="114935" y="117093"/>
                  </a:lnTo>
                  <a:lnTo>
                    <a:pt x="110744" y="121031"/>
                  </a:lnTo>
                  <a:lnTo>
                    <a:pt x="106425" y="128269"/>
                  </a:lnTo>
                  <a:lnTo>
                    <a:pt x="104140" y="136397"/>
                  </a:lnTo>
                  <a:lnTo>
                    <a:pt x="104140" y="139572"/>
                  </a:lnTo>
                  <a:lnTo>
                    <a:pt x="105664" y="148081"/>
                  </a:lnTo>
                  <a:lnTo>
                    <a:pt x="106807" y="151891"/>
                  </a:lnTo>
                  <a:lnTo>
                    <a:pt x="109220" y="155701"/>
                  </a:lnTo>
                  <a:lnTo>
                    <a:pt x="51562" y="213740"/>
                  </a:lnTo>
                  <a:lnTo>
                    <a:pt x="47625" y="211454"/>
                  </a:lnTo>
                  <a:lnTo>
                    <a:pt x="39243" y="209803"/>
                  </a:lnTo>
                  <a:lnTo>
                    <a:pt x="34925" y="209422"/>
                  </a:lnTo>
                  <a:lnTo>
                    <a:pt x="31496" y="209422"/>
                  </a:lnTo>
                  <a:lnTo>
                    <a:pt x="21463" y="211835"/>
                  </a:lnTo>
                  <a:lnTo>
                    <a:pt x="18415" y="213740"/>
                  </a:lnTo>
                  <a:lnTo>
                    <a:pt x="15367" y="215264"/>
                  </a:lnTo>
                  <a:lnTo>
                    <a:pt x="12700" y="217169"/>
                  </a:lnTo>
                  <a:lnTo>
                    <a:pt x="10033" y="219582"/>
                  </a:lnTo>
                  <a:lnTo>
                    <a:pt x="6096" y="224535"/>
                  </a:lnTo>
                  <a:lnTo>
                    <a:pt x="4572" y="227583"/>
                  </a:lnTo>
                  <a:lnTo>
                    <a:pt x="2667" y="230758"/>
                  </a:lnTo>
                  <a:lnTo>
                    <a:pt x="1143" y="237362"/>
                  </a:lnTo>
                  <a:lnTo>
                    <a:pt x="0" y="240791"/>
                  </a:lnTo>
                  <a:lnTo>
                    <a:pt x="0" y="247776"/>
                  </a:lnTo>
                  <a:lnTo>
                    <a:pt x="1143" y="251206"/>
                  </a:lnTo>
                  <a:lnTo>
                    <a:pt x="2667" y="257809"/>
                  </a:lnTo>
                  <a:lnTo>
                    <a:pt x="4572" y="260857"/>
                  </a:lnTo>
                  <a:lnTo>
                    <a:pt x="31496" y="279019"/>
                  </a:lnTo>
                  <a:lnTo>
                    <a:pt x="38481" y="279019"/>
                  </a:lnTo>
                  <a:lnTo>
                    <a:pt x="63373" y="263906"/>
                  </a:lnTo>
                  <a:lnTo>
                    <a:pt x="65405" y="260857"/>
                  </a:lnTo>
                  <a:lnTo>
                    <a:pt x="66928" y="257809"/>
                  </a:lnTo>
                  <a:lnTo>
                    <a:pt x="68072" y="254634"/>
                  </a:lnTo>
                  <a:lnTo>
                    <a:pt x="69596" y="247776"/>
                  </a:lnTo>
                  <a:lnTo>
                    <a:pt x="69596" y="240791"/>
                  </a:lnTo>
                  <a:lnTo>
                    <a:pt x="69215" y="237744"/>
                  </a:lnTo>
                  <a:lnTo>
                    <a:pt x="68452" y="234569"/>
                  </a:lnTo>
                  <a:lnTo>
                    <a:pt x="66928" y="231520"/>
                  </a:lnTo>
                  <a:lnTo>
                    <a:pt x="65786" y="228472"/>
                  </a:lnTo>
                  <a:lnTo>
                    <a:pt x="64516" y="226059"/>
                  </a:lnTo>
                  <a:lnTo>
                    <a:pt x="62611" y="223392"/>
                  </a:lnTo>
                  <a:lnTo>
                    <a:pt x="60325" y="220725"/>
                  </a:lnTo>
                  <a:lnTo>
                    <a:pt x="117221" y="163829"/>
                  </a:lnTo>
                  <a:lnTo>
                    <a:pt x="121412" y="166242"/>
                  </a:lnTo>
                  <a:lnTo>
                    <a:pt x="126111" y="167385"/>
                  </a:lnTo>
                  <a:lnTo>
                    <a:pt x="120650" y="176656"/>
                  </a:lnTo>
                  <a:lnTo>
                    <a:pt x="107188" y="219582"/>
                  </a:lnTo>
                  <a:lnTo>
                    <a:pt x="104140" y="255904"/>
                  </a:lnTo>
                  <a:lnTo>
                    <a:pt x="104140" y="291083"/>
                  </a:lnTo>
                  <a:lnTo>
                    <a:pt x="85725" y="291083"/>
                  </a:lnTo>
                  <a:lnTo>
                    <a:pt x="83820" y="291845"/>
                  </a:lnTo>
                  <a:lnTo>
                    <a:pt x="82296" y="293750"/>
                  </a:lnTo>
                  <a:lnTo>
                    <a:pt x="81534" y="295275"/>
                  </a:lnTo>
                  <a:lnTo>
                    <a:pt x="81534" y="344296"/>
                  </a:lnTo>
                  <a:lnTo>
                    <a:pt x="82296" y="346328"/>
                  </a:lnTo>
                  <a:lnTo>
                    <a:pt x="83820" y="348233"/>
                  </a:lnTo>
                  <a:lnTo>
                    <a:pt x="85725" y="348995"/>
                  </a:lnTo>
                  <a:lnTo>
                    <a:pt x="134112" y="348995"/>
                  </a:lnTo>
                  <a:lnTo>
                    <a:pt x="136398" y="348233"/>
                  </a:lnTo>
                  <a:lnTo>
                    <a:pt x="137160" y="347090"/>
                  </a:lnTo>
                  <a:lnTo>
                    <a:pt x="138430" y="346328"/>
                  </a:lnTo>
                  <a:lnTo>
                    <a:pt x="139192" y="344296"/>
                  </a:lnTo>
                  <a:lnTo>
                    <a:pt x="139192" y="295275"/>
                  </a:lnTo>
                  <a:lnTo>
                    <a:pt x="138430" y="293750"/>
                  </a:lnTo>
                  <a:lnTo>
                    <a:pt x="136398" y="291845"/>
                  </a:lnTo>
                  <a:lnTo>
                    <a:pt x="134112" y="291083"/>
                  </a:lnTo>
                  <a:lnTo>
                    <a:pt x="116077" y="291083"/>
                  </a:lnTo>
                  <a:lnTo>
                    <a:pt x="116077" y="255904"/>
                  </a:lnTo>
                  <a:lnTo>
                    <a:pt x="121793" y="207517"/>
                  </a:lnTo>
                  <a:lnTo>
                    <a:pt x="131825" y="181228"/>
                  </a:lnTo>
                  <a:lnTo>
                    <a:pt x="133731" y="176656"/>
                  </a:lnTo>
                  <a:lnTo>
                    <a:pt x="136398" y="172338"/>
                  </a:lnTo>
                  <a:lnTo>
                    <a:pt x="139573" y="167766"/>
                  </a:lnTo>
                  <a:lnTo>
                    <a:pt x="143383" y="166623"/>
                  </a:lnTo>
                  <a:lnTo>
                    <a:pt x="151002" y="162306"/>
                  </a:lnTo>
                  <a:lnTo>
                    <a:pt x="154177" y="159638"/>
                  </a:lnTo>
                  <a:lnTo>
                    <a:pt x="159131" y="152653"/>
                  </a:lnTo>
                  <a:lnTo>
                    <a:pt x="160655" y="148081"/>
                  </a:lnTo>
                  <a:lnTo>
                    <a:pt x="161798" y="143763"/>
                  </a:lnTo>
                  <a:lnTo>
                    <a:pt x="171069" y="137540"/>
                  </a:lnTo>
                  <a:lnTo>
                    <a:pt x="176022" y="134492"/>
                  </a:lnTo>
                  <a:lnTo>
                    <a:pt x="181101" y="132206"/>
                  </a:lnTo>
                  <a:lnTo>
                    <a:pt x="186436" y="129412"/>
                  </a:lnTo>
                  <a:lnTo>
                    <a:pt x="227965" y="118237"/>
                  </a:lnTo>
                  <a:lnTo>
                    <a:pt x="234442" y="117093"/>
                  </a:lnTo>
                  <a:lnTo>
                    <a:pt x="247903" y="116331"/>
                  </a:lnTo>
                  <a:lnTo>
                    <a:pt x="289814" y="116331"/>
                  </a:lnTo>
                  <a:lnTo>
                    <a:pt x="289814" y="134492"/>
                  </a:lnTo>
                  <a:lnTo>
                    <a:pt x="290575" y="136778"/>
                  </a:lnTo>
                  <a:lnTo>
                    <a:pt x="292481" y="138810"/>
                  </a:lnTo>
                  <a:lnTo>
                    <a:pt x="294005" y="139572"/>
                  </a:lnTo>
                  <a:lnTo>
                    <a:pt x="342900" y="139572"/>
                  </a:lnTo>
                  <a:lnTo>
                    <a:pt x="344805" y="138810"/>
                  </a:lnTo>
                  <a:lnTo>
                    <a:pt x="345567" y="137540"/>
                  </a:lnTo>
                  <a:lnTo>
                    <a:pt x="346710" y="136778"/>
                  </a:lnTo>
                  <a:lnTo>
                    <a:pt x="347472" y="134492"/>
                  </a:lnTo>
                  <a:lnTo>
                    <a:pt x="347472" y="85851"/>
                  </a:lnTo>
                  <a:lnTo>
                    <a:pt x="346710" y="83819"/>
                  </a:lnTo>
                  <a:lnTo>
                    <a:pt x="344805" y="82295"/>
                  </a:lnTo>
                  <a:lnTo>
                    <a:pt x="342900" y="81533"/>
                  </a:lnTo>
                  <a:lnTo>
                    <a:pt x="341757" y="81533"/>
                  </a:lnTo>
                  <a:lnTo>
                    <a:pt x="294005" y="81533"/>
                  </a:lnTo>
                  <a:lnTo>
                    <a:pt x="291338" y="83057"/>
                  </a:lnTo>
                  <a:lnTo>
                    <a:pt x="290575" y="83819"/>
                  </a:lnTo>
                  <a:lnTo>
                    <a:pt x="289814" y="85851"/>
                  </a:lnTo>
                  <a:lnTo>
                    <a:pt x="289814" y="104775"/>
                  </a:lnTo>
                  <a:lnTo>
                    <a:pt x="254889" y="104775"/>
                  </a:lnTo>
                  <a:lnTo>
                    <a:pt x="241046" y="105156"/>
                  </a:lnTo>
                  <a:lnTo>
                    <a:pt x="221361" y="107060"/>
                  </a:lnTo>
                  <a:lnTo>
                    <a:pt x="215646" y="108584"/>
                  </a:lnTo>
                  <a:lnTo>
                    <a:pt x="203326" y="110870"/>
                  </a:lnTo>
                  <a:lnTo>
                    <a:pt x="197231" y="112902"/>
                  </a:lnTo>
                  <a:lnTo>
                    <a:pt x="191389" y="115188"/>
                  </a:lnTo>
                  <a:lnTo>
                    <a:pt x="186055" y="116712"/>
                  </a:lnTo>
                  <a:lnTo>
                    <a:pt x="175641" y="121792"/>
                  </a:lnTo>
                  <a:lnTo>
                    <a:pt x="170307" y="124840"/>
                  </a:lnTo>
                  <a:lnTo>
                    <a:pt x="165608" y="127126"/>
                  </a:lnTo>
                  <a:lnTo>
                    <a:pt x="160655" y="130301"/>
                  </a:lnTo>
                  <a:lnTo>
                    <a:pt x="159512" y="126745"/>
                  </a:lnTo>
                  <a:lnTo>
                    <a:pt x="157225" y="123316"/>
                  </a:lnTo>
                  <a:lnTo>
                    <a:pt x="217170" y="62991"/>
                  </a:lnTo>
                  <a:lnTo>
                    <a:pt x="226822" y="68072"/>
                  </a:lnTo>
                  <a:lnTo>
                    <a:pt x="229489" y="68834"/>
                  </a:lnTo>
                  <a:lnTo>
                    <a:pt x="234442" y="69595"/>
                  </a:lnTo>
                  <a:lnTo>
                    <a:pt x="241046" y="69595"/>
                  </a:lnTo>
                  <a:lnTo>
                    <a:pt x="247523" y="68072"/>
                  </a:lnTo>
                  <a:lnTo>
                    <a:pt x="250951" y="66801"/>
                  </a:lnTo>
                  <a:lnTo>
                    <a:pt x="254126" y="65277"/>
                  </a:lnTo>
                  <a:lnTo>
                    <a:pt x="256794" y="63373"/>
                  </a:lnTo>
                  <a:lnTo>
                    <a:pt x="259842" y="61849"/>
                  </a:lnTo>
                  <a:lnTo>
                    <a:pt x="264033" y="56768"/>
                  </a:lnTo>
                  <a:lnTo>
                    <a:pt x="266319" y="54482"/>
                  </a:lnTo>
                  <a:lnTo>
                    <a:pt x="269494" y="48260"/>
                  </a:lnTo>
                  <a:lnTo>
                    <a:pt x="270637" y="45212"/>
                  </a:lnTo>
                  <a:lnTo>
                    <a:pt x="271399" y="41782"/>
                  </a:lnTo>
                  <a:lnTo>
                    <a:pt x="271780" y="38226"/>
                  </a:lnTo>
                  <a:lnTo>
                    <a:pt x="272542" y="34798"/>
                  </a:lnTo>
                  <a:lnTo>
                    <a:pt x="271780" y="31241"/>
                  </a:lnTo>
                  <a:lnTo>
                    <a:pt x="271399" y="27812"/>
                  </a:lnTo>
                  <a:lnTo>
                    <a:pt x="270637" y="24384"/>
                  </a:lnTo>
                  <a:lnTo>
                    <a:pt x="250951" y="2286"/>
                  </a:lnTo>
                  <a:lnTo>
                    <a:pt x="241046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689035" y="4829575"/>
            <a:ext cx="60388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Segoe UI Light"/>
                <a:cs typeface="Segoe UI Light"/>
              </a:rPr>
              <a:t>3.</a:t>
            </a:r>
            <a:r>
              <a:rPr sz="1600" b="1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Segoe UI Light"/>
                <a:cs typeface="Segoe UI Light"/>
              </a:rPr>
              <a:t>KPI’s</a:t>
            </a:r>
            <a:endParaRPr sz="1600" b="1" dirty="0">
              <a:latin typeface="Segoe UI Light"/>
              <a:cs typeface="Segoe UI Ligh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10310" y="1056355"/>
            <a:ext cx="3660775" cy="741045"/>
          </a:xfrm>
          <a:custGeom>
            <a:avLst/>
            <a:gdLst/>
            <a:ahLst/>
            <a:cxnLst/>
            <a:rect l="l" t="t" r="r" b="b"/>
            <a:pathLst>
              <a:path w="3660775" h="741044">
                <a:moveTo>
                  <a:pt x="3290316" y="0"/>
                </a:moveTo>
                <a:lnTo>
                  <a:pt x="370331" y="0"/>
                </a:lnTo>
                <a:lnTo>
                  <a:pt x="323889" y="2886"/>
                </a:lnTo>
                <a:lnTo>
                  <a:pt x="279166" y="11313"/>
                </a:lnTo>
                <a:lnTo>
                  <a:pt x="236507" y="24934"/>
                </a:lnTo>
                <a:lnTo>
                  <a:pt x="196263" y="43401"/>
                </a:lnTo>
                <a:lnTo>
                  <a:pt x="158779" y="66367"/>
                </a:lnTo>
                <a:lnTo>
                  <a:pt x="124403" y="93483"/>
                </a:lnTo>
                <a:lnTo>
                  <a:pt x="93483" y="124403"/>
                </a:lnTo>
                <a:lnTo>
                  <a:pt x="66367" y="158779"/>
                </a:lnTo>
                <a:lnTo>
                  <a:pt x="43401" y="196263"/>
                </a:lnTo>
                <a:lnTo>
                  <a:pt x="24934" y="236507"/>
                </a:lnTo>
                <a:lnTo>
                  <a:pt x="11313" y="279166"/>
                </a:lnTo>
                <a:lnTo>
                  <a:pt x="2886" y="323889"/>
                </a:lnTo>
                <a:lnTo>
                  <a:pt x="0" y="370332"/>
                </a:lnTo>
                <a:lnTo>
                  <a:pt x="2886" y="416774"/>
                </a:lnTo>
                <a:lnTo>
                  <a:pt x="11313" y="461497"/>
                </a:lnTo>
                <a:lnTo>
                  <a:pt x="24934" y="504156"/>
                </a:lnTo>
                <a:lnTo>
                  <a:pt x="43401" y="544400"/>
                </a:lnTo>
                <a:lnTo>
                  <a:pt x="66367" y="581884"/>
                </a:lnTo>
                <a:lnTo>
                  <a:pt x="93483" y="616260"/>
                </a:lnTo>
                <a:lnTo>
                  <a:pt x="124403" y="647180"/>
                </a:lnTo>
                <a:lnTo>
                  <a:pt x="158779" y="674296"/>
                </a:lnTo>
                <a:lnTo>
                  <a:pt x="196263" y="697262"/>
                </a:lnTo>
                <a:lnTo>
                  <a:pt x="236507" y="715729"/>
                </a:lnTo>
                <a:lnTo>
                  <a:pt x="279166" y="729350"/>
                </a:lnTo>
                <a:lnTo>
                  <a:pt x="323889" y="737777"/>
                </a:lnTo>
                <a:lnTo>
                  <a:pt x="370331" y="740663"/>
                </a:lnTo>
                <a:lnTo>
                  <a:pt x="3290316" y="740663"/>
                </a:lnTo>
                <a:lnTo>
                  <a:pt x="3336758" y="737777"/>
                </a:lnTo>
                <a:lnTo>
                  <a:pt x="3381481" y="729350"/>
                </a:lnTo>
                <a:lnTo>
                  <a:pt x="3424140" y="715729"/>
                </a:lnTo>
                <a:lnTo>
                  <a:pt x="3464384" y="697262"/>
                </a:lnTo>
                <a:lnTo>
                  <a:pt x="3501868" y="674296"/>
                </a:lnTo>
                <a:lnTo>
                  <a:pt x="3536244" y="647180"/>
                </a:lnTo>
                <a:lnTo>
                  <a:pt x="3567164" y="616260"/>
                </a:lnTo>
                <a:lnTo>
                  <a:pt x="3594280" y="581884"/>
                </a:lnTo>
                <a:lnTo>
                  <a:pt x="3617246" y="544400"/>
                </a:lnTo>
                <a:lnTo>
                  <a:pt x="3635713" y="504156"/>
                </a:lnTo>
                <a:lnTo>
                  <a:pt x="3649334" y="461497"/>
                </a:lnTo>
                <a:lnTo>
                  <a:pt x="3657761" y="416774"/>
                </a:lnTo>
                <a:lnTo>
                  <a:pt x="3660647" y="370332"/>
                </a:lnTo>
                <a:lnTo>
                  <a:pt x="3657761" y="323889"/>
                </a:lnTo>
                <a:lnTo>
                  <a:pt x="3649334" y="279166"/>
                </a:lnTo>
                <a:lnTo>
                  <a:pt x="3635713" y="236507"/>
                </a:lnTo>
                <a:lnTo>
                  <a:pt x="3617246" y="196263"/>
                </a:lnTo>
                <a:lnTo>
                  <a:pt x="3594280" y="158779"/>
                </a:lnTo>
                <a:lnTo>
                  <a:pt x="3567164" y="124403"/>
                </a:lnTo>
                <a:lnTo>
                  <a:pt x="3536244" y="93483"/>
                </a:lnTo>
                <a:lnTo>
                  <a:pt x="3501868" y="66367"/>
                </a:lnTo>
                <a:lnTo>
                  <a:pt x="3464384" y="43401"/>
                </a:lnTo>
                <a:lnTo>
                  <a:pt x="3424140" y="24934"/>
                </a:lnTo>
                <a:lnTo>
                  <a:pt x="3381481" y="11313"/>
                </a:lnTo>
                <a:lnTo>
                  <a:pt x="3336758" y="2886"/>
                </a:lnTo>
                <a:lnTo>
                  <a:pt x="3290316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21" name="object 21"/>
          <p:cNvGrpSpPr/>
          <p:nvPr/>
        </p:nvGrpSpPr>
        <p:grpSpPr>
          <a:xfrm>
            <a:off x="6854394" y="4497547"/>
            <a:ext cx="940435" cy="940435"/>
            <a:chOff x="6832092" y="5055108"/>
            <a:chExt cx="940435" cy="940435"/>
          </a:xfrm>
          <a:solidFill>
            <a:srgbClr val="FF0000"/>
          </a:solidFill>
        </p:grpSpPr>
        <p:sp>
          <p:nvSpPr>
            <p:cNvPr id="22" name="object 22"/>
            <p:cNvSpPr/>
            <p:nvPr/>
          </p:nvSpPr>
          <p:spPr>
            <a:xfrm>
              <a:off x="6832092" y="5055108"/>
              <a:ext cx="940435" cy="940435"/>
            </a:xfrm>
            <a:custGeom>
              <a:avLst/>
              <a:gdLst/>
              <a:ahLst/>
              <a:cxnLst/>
              <a:rect l="l" t="t" r="r" b="b"/>
              <a:pathLst>
                <a:path w="940434" h="940435">
                  <a:moveTo>
                    <a:pt x="470153" y="0"/>
                  </a:moveTo>
                  <a:lnTo>
                    <a:pt x="422074" y="2426"/>
                  </a:lnTo>
                  <a:lnTo>
                    <a:pt x="375385" y="9549"/>
                  </a:lnTo>
                  <a:lnTo>
                    <a:pt x="330323" y="21132"/>
                  </a:lnTo>
                  <a:lnTo>
                    <a:pt x="287125" y="36939"/>
                  </a:lnTo>
                  <a:lnTo>
                    <a:pt x="246025" y="56733"/>
                  </a:lnTo>
                  <a:lnTo>
                    <a:pt x="207261" y="80280"/>
                  </a:lnTo>
                  <a:lnTo>
                    <a:pt x="171069" y="107342"/>
                  </a:lnTo>
                  <a:lnTo>
                    <a:pt x="137683" y="137683"/>
                  </a:lnTo>
                  <a:lnTo>
                    <a:pt x="107342" y="171069"/>
                  </a:lnTo>
                  <a:lnTo>
                    <a:pt x="80280" y="207261"/>
                  </a:lnTo>
                  <a:lnTo>
                    <a:pt x="56733" y="246025"/>
                  </a:lnTo>
                  <a:lnTo>
                    <a:pt x="36939" y="287125"/>
                  </a:lnTo>
                  <a:lnTo>
                    <a:pt x="21132" y="330323"/>
                  </a:lnTo>
                  <a:lnTo>
                    <a:pt x="9549" y="375385"/>
                  </a:lnTo>
                  <a:lnTo>
                    <a:pt x="2426" y="422074"/>
                  </a:lnTo>
                  <a:lnTo>
                    <a:pt x="0" y="470154"/>
                  </a:lnTo>
                  <a:lnTo>
                    <a:pt x="2426" y="518225"/>
                  </a:lnTo>
                  <a:lnTo>
                    <a:pt x="9549" y="564907"/>
                  </a:lnTo>
                  <a:lnTo>
                    <a:pt x="21132" y="609965"/>
                  </a:lnTo>
                  <a:lnTo>
                    <a:pt x="36939" y="653161"/>
                  </a:lnTo>
                  <a:lnTo>
                    <a:pt x="56733" y="694259"/>
                  </a:lnTo>
                  <a:lnTo>
                    <a:pt x="80280" y="733023"/>
                  </a:lnTo>
                  <a:lnTo>
                    <a:pt x="107342" y="769217"/>
                  </a:lnTo>
                  <a:lnTo>
                    <a:pt x="137683" y="802605"/>
                  </a:lnTo>
                  <a:lnTo>
                    <a:pt x="171069" y="832949"/>
                  </a:lnTo>
                  <a:lnTo>
                    <a:pt x="207261" y="860014"/>
                  </a:lnTo>
                  <a:lnTo>
                    <a:pt x="246025" y="883564"/>
                  </a:lnTo>
                  <a:lnTo>
                    <a:pt x="287125" y="903361"/>
                  </a:lnTo>
                  <a:lnTo>
                    <a:pt x="330323" y="919171"/>
                  </a:lnTo>
                  <a:lnTo>
                    <a:pt x="375385" y="930756"/>
                  </a:lnTo>
                  <a:lnTo>
                    <a:pt x="422074" y="937880"/>
                  </a:lnTo>
                  <a:lnTo>
                    <a:pt x="470153" y="940308"/>
                  </a:lnTo>
                  <a:lnTo>
                    <a:pt x="518233" y="937880"/>
                  </a:lnTo>
                  <a:lnTo>
                    <a:pt x="564922" y="930756"/>
                  </a:lnTo>
                  <a:lnTo>
                    <a:pt x="609984" y="919171"/>
                  </a:lnTo>
                  <a:lnTo>
                    <a:pt x="653182" y="903361"/>
                  </a:lnTo>
                  <a:lnTo>
                    <a:pt x="694282" y="883564"/>
                  </a:lnTo>
                  <a:lnTo>
                    <a:pt x="733046" y="860014"/>
                  </a:lnTo>
                  <a:lnTo>
                    <a:pt x="769238" y="832949"/>
                  </a:lnTo>
                  <a:lnTo>
                    <a:pt x="802624" y="802605"/>
                  </a:lnTo>
                  <a:lnTo>
                    <a:pt x="832965" y="769217"/>
                  </a:lnTo>
                  <a:lnTo>
                    <a:pt x="860027" y="733023"/>
                  </a:lnTo>
                  <a:lnTo>
                    <a:pt x="883574" y="694259"/>
                  </a:lnTo>
                  <a:lnTo>
                    <a:pt x="903368" y="653161"/>
                  </a:lnTo>
                  <a:lnTo>
                    <a:pt x="919175" y="609965"/>
                  </a:lnTo>
                  <a:lnTo>
                    <a:pt x="930758" y="564907"/>
                  </a:lnTo>
                  <a:lnTo>
                    <a:pt x="937881" y="518225"/>
                  </a:lnTo>
                  <a:lnTo>
                    <a:pt x="940307" y="470154"/>
                  </a:lnTo>
                  <a:lnTo>
                    <a:pt x="937881" y="422074"/>
                  </a:lnTo>
                  <a:lnTo>
                    <a:pt x="930758" y="375385"/>
                  </a:lnTo>
                  <a:lnTo>
                    <a:pt x="919175" y="330323"/>
                  </a:lnTo>
                  <a:lnTo>
                    <a:pt x="903368" y="287125"/>
                  </a:lnTo>
                  <a:lnTo>
                    <a:pt x="883574" y="246025"/>
                  </a:lnTo>
                  <a:lnTo>
                    <a:pt x="860027" y="207261"/>
                  </a:lnTo>
                  <a:lnTo>
                    <a:pt x="832965" y="171069"/>
                  </a:lnTo>
                  <a:lnTo>
                    <a:pt x="802624" y="137683"/>
                  </a:lnTo>
                  <a:lnTo>
                    <a:pt x="769238" y="107342"/>
                  </a:lnTo>
                  <a:lnTo>
                    <a:pt x="733046" y="80280"/>
                  </a:lnTo>
                  <a:lnTo>
                    <a:pt x="694282" y="56733"/>
                  </a:lnTo>
                  <a:lnTo>
                    <a:pt x="653182" y="36939"/>
                  </a:lnTo>
                  <a:lnTo>
                    <a:pt x="609984" y="21132"/>
                  </a:lnTo>
                  <a:lnTo>
                    <a:pt x="564922" y="9549"/>
                  </a:lnTo>
                  <a:lnTo>
                    <a:pt x="518233" y="2426"/>
                  </a:lnTo>
                  <a:lnTo>
                    <a:pt x="470153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3" name="object 23"/>
            <p:cNvSpPr/>
            <p:nvPr/>
          </p:nvSpPr>
          <p:spPr>
            <a:xfrm>
              <a:off x="7129144" y="5352605"/>
              <a:ext cx="346075" cy="345440"/>
            </a:xfrm>
            <a:custGeom>
              <a:avLst/>
              <a:gdLst/>
              <a:ahLst/>
              <a:cxnLst/>
              <a:rect l="l" t="t" r="r" b="b"/>
              <a:pathLst>
                <a:path w="346075" h="345439">
                  <a:moveTo>
                    <a:pt x="344424" y="344170"/>
                  </a:moveTo>
                  <a:lnTo>
                    <a:pt x="2285" y="344170"/>
                  </a:lnTo>
                  <a:lnTo>
                    <a:pt x="3048" y="345440"/>
                  </a:lnTo>
                  <a:lnTo>
                    <a:pt x="342137" y="345440"/>
                  </a:lnTo>
                  <a:lnTo>
                    <a:pt x="344424" y="344170"/>
                  </a:lnTo>
                  <a:close/>
                </a:path>
                <a:path w="346075" h="345439">
                  <a:moveTo>
                    <a:pt x="345567" y="341630"/>
                  </a:moveTo>
                  <a:lnTo>
                    <a:pt x="761" y="341630"/>
                  </a:lnTo>
                  <a:lnTo>
                    <a:pt x="1143" y="344170"/>
                  </a:lnTo>
                  <a:lnTo>
                    <a:pt x="345185" y="344170"/>
                  </a:lnTo>
                  <a:lnTo>
                    <a:pt x="345567" y="341630"/>
                  </a:lnTo>
                  <a:close/>
                </a:path>
                <a:path w="346075" h="345439">
                  <a:moveTo>
                    <a:pt x="343661" y="1269"/>
                  </a:moveTo>
                  <a:lnTo>
                    <a:pt x="3048" y="1269"/>
                  </a:lnTo>
                  <a:lnTo>
                    <a:pt x="2285" y="2540"/>
                  </a:lnTo>
                  <a:lnTo>
                    <a:pt x="1143" y="2540"/>
                  </a:lnTo>
                  <a:lnTo>
                    <a:pt x="0" y="6350"/>
                  </a:lnTo>
                  <a:lnTo>
                    <a:pt x="0" y="340359"/>
                  </a:lnTo>
                  <a:lnTo>
                    <a:pt x="380" y="341630"/>
                  </a:lnTo>
                  <a:lnTo>
                    <a:pt x="345948" y="341630"/>
                  </a:lnTo>
                  <a:lnTo>
                    <a:pt x="345948" y="294640"/>
                  </a:lnTo>
                  <a:lnTo>
                    <a:pt x="98298" y="294640"/>
                  </a:lnTo>
                  <a:lnTo>
                    <a:pt x="95884" y="293370"/>
                  </a:lnTo>
                  <a:lnTo>
                    <a:pt x="93599" y="293370"/>
                  </a:lnTo>
                  <a:lnTo>
                    <a:pt x="89026" y="292100"/>
                  </a:lnTo>
                  <a:lnTo>
                    <a:pt x="87122" y="290830"/>
                  </a:lnTo>
                  <a:lnTo>
                    <a:pt x="85471" y="290830"/>
                  </a:lnTo>
                  <a:lnTo>
                    <a:pt x="83184" y="288290"/>
                  </a:lnTo>
                  <a:lnTo>
                    <a:pt x="81660" y="287020"/>
                  </a:lnTo>
                  <a:lnTo>
                    <a:pt x="79375" y="284480"/>
                  </a:lnTo>
                  <a:lnTo>
                    <a:pt x="78231" y="281940"/>
                  </a:lnTo>
                  <a:lnTo>
                    <a:pt x="77088" y="280670"/>
                  </a:lnTo>
                  <a:lnTo>
                    <a:pt x="75565" y="275590"/>
                  </a:lnTo>
                  <a:lnTo>
                    <a:pt x="75183" y="273050"/>
                  </a:lnTo>
                  <a:lnTo>
                    <a:pt x="75183" y="269240"/>
                  </a:lnTo>
                  <a:lnTo>
                    <a:pt x="75565" y="266700"/>
                  </a:lnTo>
                  <a:lnTo>
                    <a:pt x="77088" y="261620"/>
                  </a:lnTo>
                  <a:lnTo>
                    <a:pt x="78231" y="260350"/>
                  </a:lnTo>
                  <a:lnTo>
                    <a:pt x="79375" y="257809"/>
                  </a:lnTo>
                  <a:lnTo>
                    <a:pt x="81660" y="255270"/>
                  </a:lnTo>
                  <a:lnTo>
                    <a:pt x="83184" y="252730"/>
                  </a:lnTo>
                  <a:lnTo>
                    <a:pt x="85471" y="251459"/>
                  </a:lnTo>
                  <a:lnTo>
                    <a:pt x="87122" y="251459"/>
                  </a:lnTo>
                  <a:lnTo>
                    <a:pt x="89026" y="250190"/>
                  </a:lnTo>
                  <a:lnTo>
                    <a:pt x="91312" y="248920"/>
                  </a:lnTo>
                  <a:lnTo>
                    <a:pt x="93599" y="248920"/>
                  </a:lnTo>
                  <a:lnTo>
                    <a:pt x="95884" y="247650"/>
                  </a:lnTo>
                  <a:lnTo>
                    <a:pt x="345948" y="247650"/>
                  </a:lnTo>
                  <a:lnTo>
                    <a:pt x="345948" y="214630"/>
                  </a:lnTo>
                  <a:lnTo>
                    <a:pt x="94742" y="214630"/>
                  </a:lnTo>
                  <a:lnTo>
                    <a:pt x="93218" y="212090"/>
                  </a:lnTo>
                  <a:lnTo>
                    <a:pt x="92836" y="212090"/>
                  </a:lnTo>
                  <a:lnTo>
                    <a:pt x="92455" y="210820"/>
                  </a:lnTo>
                  <a:lnTo>
                    <a:pt x="92455" y="161290"/>
                  </a:lnTo>
                  <a:lnTo>
                    <a:pt x="71627" y="161290"/>
                  </a:lnTo>
                  <a:lnTo>
                    <a:pt x="70866" y="160020"/>
                  </a:lnTo>
                  <a:lnTo>
                    <a:pt x="70484" y="158750"/>
                  </a:lnTo>
                  <a:lnTo>
                    <a:pt x="69723" y="158750"/>
                  </a:lnTo>
                  <a:lnTo>
                    <a:pt x="69342" y="157480"/>
                  </a:lnTo>
                  <a:lnTo>
                    <a:pt x="69342" y="132080"/>
                  </a:lnTo>
                  <a:lnTo>
                    <a:pt x="69723" y="130810"/>
                  </a:lnTo>
                  <a:lnTo>
                    <a:pt x="70484" y="129540"/>
                  </a:lnTo>
                  <a:lnTo>
                    <a:pt x="70866" y="128269"/>
                  </a:lnTo>
                  <a:lnTo>
                    <a:pt x="73151" y="128269"/>
                  </a:lnTo>
                  <a:lnTo>
                    <a:pt x="73913" y="127000"/>
                  </a:lnTo>
                  <a:lnTo>
                    <a:pt x="92455" y="127000"/>
                  </a:lnTo>
                  <a:lnTo>
                    <a:pt x="92455" y="48260"/>
                  </a:lnTo>
                  <a:lnTo>
                    <a:pt x="92836" y="46990"/>
                  </a:lnTo>
                  <a:lnTo>
                    <a:pt x="93218" y="46990"/>
                  </a:lnTo>
                  <a:lnTo>
                    <a:pt x="93979" y="45719"/>
                  </a:lnTo>
                  <a:lnTo>
                    <a:pt x="97027" y="44450"/>
                  </a:lnTo>
                  <a:lnTo>
                    <a:pt x="345948" y="44450"/>
                  </a:lnTo>
                  <a:lnTo>
                    <a:pt x="345948" y="5080"/>
                  </a:lnTo>
                  <a:lnTo>
                    <a:pt x="345185" y="2540"/>
                  </a:lnTo>
                  <a:lnTo>
                    <a:pt x="343661" y="1269"/>
                  </a:lnTo>
                  <a:close/>
                </a:path>
                <a:path w="346075" h="345439">
                  <a:moveTo>
                    <a:pt x="176402" y="293370"/>
                  </a:moveTo>
                  <a:lnTo>
                    <a:pt x="100583" y="293370"/>
                  </a:lnTo>
                  <a:lnTo>
                    <a:pt x="98298" y="294640"/>
                  </a:lnTo>
                  <a:lnTo>
                    <a:pt x="179197" y="294640"/>
                  </a:lnTo>
                  <a:lnTo>
                    <a:pt x="176402" y="293370"/>
                  </a:lnTo>
                  <a:close/>
                </a:path>
                <a:path w="346075" h="345439">
                  <a:moveTo>
                    <a:pt x="245745" y="293370"/>
                  </a:moveTo>
                  <a:lnTo>
                    <a:pt x="181101" y="293370"/>
                  </a:lnTo>
                  <a:lnTo>
                    <a:pt x="179197" y="294640"/>
                  </a:lnTo>
                  <a:lnTo>
                    <a:pt x="247650" y="294640"/>
                  </a:lnTo>
                  <a:lnTo>
                    <a:pt x="245745" y="293370"/>
                  </a:lnTo>
                  <a:close/>
                </a:path>
                <a:path w="346075" h="345439">
                  <a:moveTo>
                    <a:pt x="345948" y="247650"/>
                  </a:moveTo>
                  <a:lnTo>
                    <a:pt x="250444" y="247650"/>
                  </a:lnTo>
                  <a:lnTo>
                    <a:pt x="252729" y="248920"/>
                  </a:lnTo>
                  <a:lnTo>
                    <a:pt x="255016" y="248920"/>
                  </a:lnTo>
                  <a:lnTo>
                    <a:pt x="258825" y="251459"/>
                  </a:lnTo>
                  <a:lnTo>
                    <a:pt x="261238" y="251459"/>
                  </a:lnTo>
                  <a:lnTo>
                    <a:pt x="265810" y="256540"/>
                  </a:lnTo>
                  <a:lnTo>
                    <a:pt x="267334" y="257809"/>
                  </a:lnTo>
                  <a:lnTo>
                    <a:pt x="268477" y="260350"/>
                  </a:lnTo>
                  <a:lnTo>
                    <a:pt x="269240" y="261620"/>
                  </a:lnTo>
                  <a:lnTo>
                    <a:pt x="270001" y="264159"/>
                  </a:lnTo>
                  <a:lnTo>
                    <a:pt x="270763" y="269240"/>
                  </a:lnTo>
                  <a:lnTo>
                    <a:pt x="270763" y="273050"/>
                  </a:lnTo>
                  <a:lnTo>
                    <a:pt x="270001" y="278130"/>
                  </a:lnTo>
                  <a:lnTo>
                    <a:pt x="269240" y="280670"/>
                  </a:lnTo>
                  <a:lnTo>
                    <a:pt x="267334" y="284480"/>
                  </a:lnTo>
                  <a:lnTo>
                    <a:pt x="261238" y="290830"/>
                  </a:lnTo>
                  <a:lnTo>
                    <a:pt x="258825" y="290830"/>
                  </a:lnTo>
                  <a:lnTo>
                    <a:pt x="255016" y="293370"/>
                  </a:lnTo>
                  <a:lnTo>
                    <a:pt x="250444" y="293370"/>
                  </a:lnTo>
                  <a:lnTo>
                    <a:pt x="247650" y="294640"/>
                  </a:lnTo>
                  <a:lnTo>
                    <a:pt x="345948" y="294640"/>
                  </a:lnTo>
                  <a:lnTo>
                    <a:pt x="345948" y="247650"/>
                  </a:lnTo>
                  <a:close/>
                </a:path>
                <a:path w="346075" h="345439">
                  <a:moveTo>
                    <a:pt x="168021" y="290830"/>
                  </a:moveTo>
                  <a:lnTo>
                    <a:pt x="109347" y="290830"/>
                  </a:lnTo>
                  <a:lnTo>
                    <a:pt x="107060" y="292100"/>
                  </a:lnTo>
                  <a:lnTo>
                    <a:pt x="105155" y="293370"/>
                  </a:lnTo>
                  <a:lnTo>
                    <a:pt x="171830" y="293370"/>
                  </a:lnTo>
                  <a:lnTo>
                    <a:pt x="168021" y="290830"/>
                  </a:lnTo>
                  <a:close/>
                </a:path>
                <a:path w="346075" h="345439">
                  <a:moveTo>
                    <a:pt x="237362" y="290830"/>
                  </a:moveTo>
                  <a:lnTo>
                    <a:pt x="189483" y="290830"/>
                  </a:lnTo>
                  <a:lnTo>
                    <a:pt x="185674" y="293370"/>
                  </a:lnTo>
                  <a:lnTo>
                    <a:pt x="241173" y="293370"/>
                  </a:lnTo>
                  <a:lnTo>
                    <a:pt x="237362" y="290830"/>
                  </a:lnTo>
                  <a:close/>
                </a:path>
                <a:path w="346075" h="345439">
                  <a:moveTo>
                    <a:pt x="165607" y="251459"/>
                  </a:moveTo>
                  <a:lnTo>
                    <a:pt x="110998" y="251459"/>
                  </a:lnTo>
                  <a:lnTo>
                    <a:pt x="114807" y="255270"/>
                  </a:lnTo>
                  <a:lnTo>
                    <a:pt x="117094" y="257809"/>
                  </a:lnTo>
                  <a:lnTo>
                    <a:pt x="118236" y="260350"/>
                  </a:lnTo>
                  <a:lnTo>
                    <a:pt x="119760" y="261620"/>
                  </a:lnTo>
                  <a:lnTo>
                    <a:pt x="120142" y="264159"/>
                  </a:lnTo>
                  <a:lnTo>
                    <a:pt x="120903" y="266700"/>
                  </a:lnTo>
                  <a:lnTo>
                    <a:pt x="121411" y="269240"/>
                  </a:lnTo>
                  <a:lnTo>
                    <a:pt x="121411" y="273050"/>
                  </a:lnTo>
                  <a:lnTo>
                    <a:pt x="120903" y="275590"/>
                  </a:lnTo>
                  <a:lnTo>
                    <a:pt x="120142" y="278130"/>
                  </a:lnTo>
                  <a:lnTo>
                    <a:pt x="119760" y="280670"/>
                  </a:lnTo>
                  <a:lnTo>
                    <a:pt x="118236" y="281940"/>
                  </a:lnTo>
                  <a:lnTo>
                    <a:pt x="117094" y="284480"/>
                  </a:lnTo>
                  <a:lnTo>
                    <a:pt x="114807" y="287020"/>
                  </a:lnTo>
                  <a:lnTo>
                    <a:pt x="110998" y="290830"/>
                  </a:lnTo>
                  <a:lnTo>
                    <a:pt x="165607" y="290830"/>
                  </a:lnTo>
                  <a:lnTo>
                    <a:pt x="162559" y="287020"/>
                  </a:lnTo>
                  <a:lnTo>
                    <a:pt x="161417" y="285750"/>
                  </a:lnTo>
                  <a:lnTo>
                    <a:pt x="159511" y="284480"/>
                  </a:lnTo>
                  <a:lnTo>
                    <a:pt x="158750" y="281940"/>
                  </a:lnTo>
                  <a:lnTo>
                    <a:pt x="157606" y="280670"/>
                  </a:lnTo>
                  <a:lnTo>
                    <a:pt x="156845" y="278130"/>
                  </a:lnTo>
                  <a:lnTo>
                    <a:pt x="156082" y="273050"/>
                  </a:lnTo>
                  <a:lnTo>
                    <a:pt x="156082" y="269240"/>
                  </a:lnTo>
                  <a:lnTo>
                    <a:pt x="156845" y="264159"/>
                  </a:lnTo>
                  <a:lnTo>
                    <a:pt x="157606" y="261620"/>
                  </a:lnTo>
                  <a:lnTo>
                    <a:pt x="159511" y="257809"/>
                  </a:lnTo>
                  <a:lnTo>
                    <a:pt x="161417" y="256540"/>
                  </a:lnTo>
                  <a:lnTo>
                    <a:pt x="162559" y="255270"/>
                  </a:lnTo>
                  <a:lnTo>
                    <a:pt x="165607" y="251459"/>
                  </a:lnTo>
                  <a:close/>
                </a:path>
                <a:path w="346075" h="345439">
                  <a:moveTo>
                    <a:pt x="234950" y="251459"/>
                  </a:moveTo>
                  <a:lnTo>
                    <a:pt x="191897" y="251459"/>
                  </a:lnTo>
                  <a:lnTo>
                    <a:pt x="194945" y="255270"/>
                  </a:lnTo>
                  <a:lnTo>
                    <a:pt x="196850" y="256540"/>
                  </a:lnTo>
                  <a:lnTo>
                    <a:pt x="197993" y="257809"/>
                  </a:lnTo>
                  <a:lnTo>
                    <a:pt x="199135" y="260350"/>
                  </a:lnTo>
                  <a:lnTo>
                    <a:pt x="199898" y="261620"/>
                  </a:lnTo>
                  <a:lnTo>
                    <a:pt x="200659" y="264159"/>
                  </a:lnTo>
                  <a:lnTo>
                    <a:pt x="201041" y="266700"/>
                  </a:lnTo>
                  <a:lnTo>
                    <a:pt x="201929" y="269240"/>
                  </a:lnTo>
                  <a:lnTo>
                    <a:pt x="202310" y="270509"/>
                  </a:lnTo>
                  <a:lnTo>
                    <a:pt x="201929" y="273050"/>
                  </a:lnTo>
                  <a:lnTo>
                    <a:pt x="201041" y="275590"/>
                  </a:lnTo>
                  <a:lnTo>
                    <a:pt x="200659" y="278130"/>
                  </a:lnTo>
                  <a:lnTo>
                    <a:pt x="199898" y="280670"/>
                  </a:lnTo>
                  <a:lnTo>
                    <a:pt x="197993" y="284480"/>
                  </a:lnTo>
                  <a:lnTo>
                    <a:pt x="196850" y="285750"/>
                  </a:lnTo>
                  <a:lnTo>
                    <a:pt x="194945" y="287020"/>
                  </a:lnTo>
                  <a:lnTo>
                    <a:pt x="191897" y="290830"/>
                  </a:lnTo>
                  <a:lnTo>
                    <a:pt x="234950" y="290830"/>
                  </a:lnTo>
                  <a:lnTo>
                    <a:pt x="231901" y="287020"/>
                  </a:lnTo>
                  <a:lnTo>
                    <a:pt x="229997" y="285750"/>
                  </a:lnTo>
                  <a:lnTo>
                    <a:pt x="228853" y="284480"/>
                  </a:lnTo>
                  <a:lnTo>
                    <a:pt x="226949" y="280670"/>
                  </a:lnTo>
                  <a:lnTo>
                    <a:pt x="226186" y="278130"/>
                  </a:lnTo>
                  <a:lnTo>
                    <a:pt x="225805" y="275590"/>
                  </a:lnTo>
                  <a:lnTo>
                    <a:pt x="225044" y="273050"/>
                  </a:lnTo>
                  <a:lnTo>
                    <a:pt x="224535" y="270509"/>
                  </a:lnTo>
                  <a:lnTo>
                    <a:pt x="225044" y="269240"/>
                  </a:lnTo>
                  <a:lnTo>
                    <a:pt x="225805" y="266700"/>
                  </a:lnTo>
                  <a:lnTo>
                    <a:pt x="226186" y="264159"/>
                  </a:lnTo>
                  <a:lnTo>
                    <a:pt x="226949" y="261620"/>
                  </a:lnTo>
                  <a:lnTo>
                    <a:pt x="227710" y="260350"/>
                  </a:lnTo>
                  <a:lnTo>
                    <a:pt x="228853" y="257809"/>
                  </a:lnTo>
                  <a:lnTo>
                    <a:pt x="229997" y="256540"/>
                  </a:lnTo>
                  <a:lnTo>
                    <a:pt x="231901" y="255270"/>
                  </a:lnTo>
                  <a:lnTo>
                    <a:pt x="234950" y="251459"/>
                  </a:lnTo>
                  <a:close/>
                </a:path>
                <a:path w="346075" h="345439">
                  <a:moveTo>
                    <a:pt x="171830" y="248920"/>
                  </a:moveTo>
                  <a:lnTo>
                    <a:pt x="105155" y="248920"/>
                  </a:lnTo>
                  <a:lnTo>
                    <a:pt x="107060" y="250190"/>
                  </a:lnTo>
                  <a:lnTo>
                    <a:pt x="109347" y="251459"/>
                  </a:lnTo>
                  <a:lnTo>
                    <a:pt x="168021" y="251459"/>
                  </a:lnTo>
                  <a:lnTo>
                    <a:pt x="171830" y="248920"/>
                  </a:lnTo>
                  <a:close/>
                </a:path>
                <a:path w="346075" h="345439">
                  <a:moveTo>
                    <a:pt x="241173" y="248920"/>
                  </a:moveTo>
                  <a:lnTo>
                    <a:pt x="185674" y="248920"/>
                  </a:lnTo>
                  <a:lnTo>
                    <a:pt x="189483" y="251459"/>
                  </a:lnTo>
                  <a:lnTo>
                    <a:pt x="237362" y="251459"/>
                  </a:lnTo>
                  <a:lnTo>
                    <a:pt x="241173" y="248920"/>
                  </a:lnTo>
                  <a:close/>
                </a:path>
                <a:path w="346075" h="345439">
                  <a:moveTo>
                    <a:pt x="176402" y="247650"/>
                  </a:moveTo>
                  <a:lnTo>
                    <a:pt x="100583" y="247650"/>
                  </a:lnTo>
                  <a:lnTo>
                    <a:pt x="102870" y="248920"/>
                  </a:lnTo>
                  <a:lnTo>
                    <a:pt x="174117" y="248920"/>
                  </a:lnTo>
                  <a:lnTo>
                    <a:pt x="176402" y="247650"/>
                  </a:lnTo>
                  <a:close/>
                </a:path>
                <a:path w="346075" h="345439">
                  <a:moveTo>
                    <a:pt x="245745" y="247650"/>
                  </a:moveTo>
                  <a:lnTo>
                    <a:pt x="181101" y="247650"/>
                  </a:lnTo>
                  <a:lnTo>
                    <a:pt x="183387" y="248920"/>
                  </a:lnTo>
                  <a:lnTo>
                    <a:pt x="243458" y="248920"/>
                  </a:lnTo>
                  <a:lnTo>
                    <a:pt x="245745" y="247650"/>
                  </a:lnTo>
                  <a:close/>
                </a:path>
                <a:path w="346075" h="345439">
                  <a:moveTo>
                    <a:pt x="174117" y="212090"/>
                  </a:moveTo>
                  <a:lnTo>
                    <a:pt x="103250" y="212090"/>
                  </a:lnTo>
                  <a:lnTo>
                    <a:pt x="102488" y="213359"/>
                  </a:lnTo>
                  <a:lnTo>
                    <a:pt x="101346" y="214630"/>
                  </a:lnTo>
                  <a:lnTo>
                    <a:pt x="175641" y="214630"/>
                  </a:lnTo>
                  <a:lnTo>
                    <a:pt x="174117" y="212090"/>
                  </a:lnTo>
                  <a:close/>
                </a:path>
                <a:path w="346075" h="345439">
                  <a:moveTo>
                    <a:pt x="243458" y="212090"/>
                  </a:moveTo>
                  <a:lnTo>
                    <a:pt x="183387" y="212090"/>
                  </a:lnTo>
                  <a:lnTo>
                    <a:pt x="183006" y="213359"/>
                  </a:lnTo>
                  <a:lnTo>
                    <a:pt x="181863" y="214630"/>
                  </a:lnTo>
                  <a:lnTo>
                    <a:pt x="244982" y="214630"/>
                  </a:lnTo>
                  <a:lnTo>
                    <a:pt x="243458" y="212090"/>
                  </a:lnTo>
                  <a:close/>
                </a:path>
                <a:path w="346075" h="345439">
                  <a:moveTo>
                    <a:pt x="345948" y="44450"/>
                  </a:moveTo>
                  <a:lnTo>
                    <a:pt x="250444" y="44450"/>
                  </a:lnTo>
                  <a:lnTo>
                    <a:pt x="251205" y="45719"/>
                  </a:lnTo>
                  <a:lnTo>
                    <a:pt x="251968" y="45719"/>
                  </a:lnTo>
                  <a:lnTo>
                    <a:pt x="252729" y="46990"/>
                  </a:lnTo>
                  <a:lnTo>
                    <a:pt x="253110" y="46990"/>
                  </a:lnTo>
                  <a:lnTo>
                    <a:pt x="253492" y="49530"/>
                  </a:lnTo>
                  <a:lnTo>
                    <a:pt x="253492" y="149859"/>
                  </a:lnTo>
                  <a:lnTo>
                    <a:pt x="272033" y="149859"/>
                  </a:lnTo>
                  <a:lnTo>
                    <a:pt x="273557" y="151130"/>
                  </a:lnTo>
                  <a:lnTo>
                    <a:pt x="274320" y="151130"/>
                  </a:lnTo>
                  <a:lnTo>
                    <a:pt x="275844" y="152400"/>
                  </a:lnTo>
                  <a:lnTo>
                    <a:pt x="276605" y="154940"/>
                  </a:lnTo>
                  <a:lnTo>
                    <a:pt x="276605" y="180340"/>
                  </a:lnTo>
                  <a:lnTo>
                    <a:pt x="276225" y="181609"/>
                  </a:lnTo>
                  <a:lnTo>
                    <a:pt x="275844" y="181609"/>
                  </a:lnTo>
                  <a:lnTo>
                    <a:pt x="274320" y="184150"/>
                  </a:lnTo>
                  <a:lnTo>
                    <a:pt x="253492" y="184150"/>
                  </a:lnTo>
                  <a:lnTo>
                    <a:pt x="253492" y="210820"/>
                  </a:lnTo>
                  <a:lnTo>
                    <a:pt x="253110" y="212090"/>
                  </a:lnTo>
                  <a:lnTo>
                    <a:pt x="252729" y="212090"/>
                  </a:lnTo>
                  <a:lnTo>
                    <a:pt x="251205" y="214630"/>
                  </a:lnTo>
                  <a:lnTo>
                    <a:pt x="345948" y="214630"/>
                  </a:lnTo>
                  <a:lnTo>
                    <a:pt x="345948" y="44450"/>
                  </a:lnTo>
                  <a:close/>
                </a:path>
                <a:path w="346075" h="345439">
                  <a:moveTo>
                    <a:pt x="173735" y="46990"/>
                  </a:moveTo>
                  <a:lnTo>
                    <a:pt x="103631" y="46990"/>
                  </a:lnTo>
                  <a:lnTo>
                    <a:pt x="104012" y="49530"/>
                  </a:lnTo>
                  <a:lnTo>
                    <a:pt x="104012" y="127000"/>
                  </a:lnTo>
                  <a:lnTo>
                    <a:pt x="122554" y="127000"/>
                  </a:lnTo>
                  <a:lnTo>
                    <a:pt x="123317" y="128269"/>
                  </a:lnTo>
                  <a:lnTo>
                    <a:pt x="125602" y="128269"/>
                  </a:lnTo>
                  <a:lnTo>
                    <a:pt x="126365" y="129540"/>
                  </a:lnTo>
                  <a:lnTo>
                    <a:pt x="127126" y="132080"/>
                  </a:lnTo>
                  <a:lnTo>
                    <a:pt x="127126" y="157480"/>
                  </a:lnTo>
                  <a:lnTo>
                    <a:pt x="126746" y="158750"/>
                  </a:lnTo>
                  <a:lnTo>
                    <a:pt x="126365" y="158750"/>
                  </a:lnTo>
                  <a:lnTo>
                    <a:pt x="124459" y="161290"/>
                  </a:lnTo>
                  <a:lnTo>
                    <a:pt x="104012" y="161290"/>
                  </a:lnTo>
                  <a:lnTo>
                    <a:pt x="104012" y="210820"/>
                  </a:lnTo>
                  <a:lnTo>
                    <a:pt x="103631" y="212090"/>
                  </a:lnTo>
                  <a:lnTo>
                    <a:pt x="173735" y="212090"/>
                  </a:lnTo>
                  <a:lnTo>
                    <a:pt x="173354" y="210820"/>
                  </a:lnTo>
                  <a:lnTo>
                    <a:pt x="173354" y="115569"/>
                  </a:lnTo>
                  <a:lnTo>
                    <a:pt x="153288" y="115569"/>
                  </a:lnTo>
                  <a:lnTo>
                    <a:pt x="151765" y="114300"/>
                  </a:lnTo>
                  <a:lnTo>
                    <a:pt x="151002" y="113030"/>
                  </a:lnTo>
                  <a:lnTo>
                    <a:pt x="150241" y="110490"/>
                  </a:lnTo>
                  <a:lnTo>
                    <a:pt x="150241" y="85090"/>
                  </a:lnTo>
                  <a:lnTo>
                    <a:pt x="150622" y="85090"/>
                  </a:lnTo>
                  <a:lnTo>
                    <a:pt x="151002" y="83819"/>
                  </a:lnTo>
                  <a:lnTo>
                    <a:pt x="152526" y="81280"/>
                  </a:lnTo>
                  <a:lnTo>
                    <a:pt x="173354" y="81280"/>
                  </a:lnTo>
                  <a:lnTo>
                    <a:pt x="173354" y="48260"/>
                  </a:lnTo>
                  <a:lnTo>
                    <a:pt x="173735" y="46990"/>
                  </a:lnTo>
                  <a:close/>
                </a:path>
                <a:path w="346075" h="345439">
                  <a:moveTo>
                    <a:pt x="243077" y="46990"/>
                  </a:moveTo>
                  <a:lnTo>
                    <a:pt x="184530" y="46990"/>
                  </a:lnTo>
                  <a:lnTo>
                    <a:pt x="184530" y="49530"/>
                  </a:lnTo>
                  <a:lnTo>
                    <a:pt x="184911" y="49530"/>
                  </a:lnTo>
                  <a:lnTo>
                    <a:pt x="184911" y="81280"/>
                  </a:lnTo>
                  <a:lnTo>
                    <a:pt x="204977" y="81280"/>
                  </a:lnTo>
                  <a:lnTo>
                    <a:pt x="206501" y="83819"/>
                  </a:lnTo>
                  <a:lnTo>
                    <a:pt x="206882" y="85090"/>
                  </a:lnTo>
                  <a:lnTo>
                    <a:pt x="207263" y="85090"/>
                  </a:lnTo>
                  <a:lnTo>
                    <a:pt x="208025" y="86360"/>
                  </a:lnTo>
                  <a:lnTo>
                    <a:pt x="208025" y="109219"/>
                  </a:lnTo>
                  <a:lnTo>
                    <a:pt x="207263" y="110490"/>
                  </a:lnTo>
                  <a:lnTo>
                    <a:pt x="206501" y="113030"/>
                  </a:lnTo>
                  <a:lnTo>
                    <a:pt x="205740" y="114300"/>
                  </a:lnTo>
                  <a:lnTo>
                    <a:pt x="204216" y="115569"/>
                  </a:lnTo>
                  <a:lnTo>
                    <a:pt x="184911" y="115569"/>
                  </a:lnTo>
                  <a:lnTo>
                    <a:pt x="184911" y="209550"/>
                  </a:lnTo>
                  <a:lnTo>
                    <a:pt x="184530" y="210820"/>
                  </a:lnTo>
                  <a:lnTo>
                    <a:pt x="184530" y="212090"/>
                  </a:lnTo>
                  <a:lnTo>
                    <a:pt x="243077" y="212090"/>
                  </a:lnTo>
                  <a:lnTo>
                    <a:pt x="242316" y="210820"/>
                  </a:lnTo>
                  <a:lnTo>
                    <a:pt x="241934" y="209550"/>
                  </a:lnTo>
                  <a:lnTo>
                    <a:pt x="241934" y="184150"/>
                  </a:lnTo>
                  <a:lnTo>
                    <a:pt x="221869" y="184150"/>
                  </a:lnTo>
                  <a:lnTo>
                    <a:pt x="220345" y="181609"/>
                  </a:lnTo>
                  <a:lnTo>
                    <a:pt x="219963" y="181609"/>
                  </a:lnTo>
                  <a:lnTo>
                    <a:pt x="219582" y="180340"/>
                  </a:lnTo>
                  <a:lnTo>
                    <a:pt x="219582" y="154940"/>
                  </a:lnTo>
                  <a:lnTo>
                    <a:pt x="220345" y="152400"/>
                  </a:lnTo>
                  <a:lnTo>
                    <a:pt x="221869" y="151130"/>
                  </a:lnTo>
                  <a:lnTo>
                    <a:pt x="222630" y="151130"/>
                  </a:lnTo>
                  <a:lnTo>
                    <a:pt x="223774" y="149859"/>
                  </a:lnTo>
                  <a:lnTo>
                    <a:pt x="241934" y="149859"/>
                  </a:lnTo>
                  <a:lnTo>
                    <a:pt x="241934" y="49530"/>
                  </a:lnTo>
                  <a:lnTo>
                    <a:pt x="242316" y="48260"/>
                  </a:lnTo>
                  <a:lnTo>
                    <a:pt x="243077" y="46990"/>
                  </a:lnTo>
                  <a:close/>
                </a:path>
                <a:path w="346075" h="345439">
                  <a:moveTo>
                    <a:pt x="174878" y="45719"/>
                  </a:moveTo>
                  <a:lnTo>
                    <a:pt x="102488" y="45719"/>
                  </a:lnTo>
                  <a:lnTo>
                    <a:pt x="103250" y="46990"/>
                  </a:lnTo>
                  <a:lnTo>
                    <a:pt x="174117" y="46990"/>
                  </a:lnTo>
                  <a:lnTo>
                    <a:pt x="174878" y="45719"/>
                  </a:lnTo>
                  <a:close/>
                </a:path>
                <a:path w="346075" h="345439">
                  <a:moveTo>
                    <a:pt x="244221" y="45719"/>
                  </a:moveTo>
                  <a:lnTo>
                    <a:pt x="183006" y="45719"/>
                  </a:lnTo>
                  <a:lnTo>
                    <a:pt x="183387" y="46990"/>
                  </a:lnTo>
                  <a:lnTo>
                    <a:pt x="243458" y="46990"/>
                  </a:lnTo>
                  <a:lnTo>
                    <a:pt x="244221" y="45719"/>
                  </a:lnTo>
                  <a:close/>
                </a:path>
                <a:path w="346075" h="345439">
                  <a:moveTo>
                    <a:pt x="176402" y="44450"/>
                  </a:moveTo>
                  <a:lnTo>
                    <a:pt x="100202" y="44450"/>
                  </a:lnTo>
                  <a:lnTo>
                    <a:pt x="101346" y="45719"/>
                  </a:lnTo>
                  <a:lnTo>
                    <a:pt x="175641" y="45719"/>
                  </a:lnTo>
                  <a:lnTo>
                    <a:pt x="176402" y="44450"/>
                  </a:lnTo>
                  <a:close/>
                </a:path>
                <a:path w="346075" h="345439">
                  <a:moveTo>
                    <a:pt x="245745" y="44450"/>
                  </a:moveTo>
                  <a:lnTo>
                    <a:pt x="181101" y="44450"/>
                  </a:lnTo>
                  <a:lnTo>
                    <a:pt x="181863" y="45719"/>
                  </a:lnTo>
                  <a:lnTo>
                    <a:pt x="244982" y="45719"/>
                  </a:lnTo>
                  <a:lnTo>
                    <a:pt x="245745" y="44450"/>
                  </a:lnTo>
                  <a:close/>
                </a:path>
                <a:path w="346075" h="345439">
                  <a:moveTo>
                    <a:pt x="341375" y="0"/>
                  </a:moveTo>
                  <a:lnTo>
                    <a:pt x="4952" y="0"/>
                  </a:lnTo>
                  <a:lnTo>
                    <a:pt x="3809" y="1269"/>
                  </a:lnTo>
                  <a:lnTo>
                    <a:pt x="342137" y="1269"/>
                  </a:lnTo>
                  <a:lnTo>
                    <a:pt x="341375" y="0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832303" y="1288130"/>
            <a:ext cx="121666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Segoe UI Light"/>
                <a:cs typeface="Segoe UI Light"/>
              </a:rPr>
              <a:t>6.</a:t>
            </a:r>
            <a:r>
              <a:rPr sz="1600" b="1" spc="-5" dirty="0">
                <a:latin typeface="Segoe UI Light"/>
                <a:cs typeface="Segoe UI Light"/>
              </a:rPr>
              <a:t> </a:t>
            </a:r>
            <a:r>
              <a:rPr sz="1600" b="1" spc="-10" dirty="0">
                <a:latin typeface="Segoe UI Light"/>
                <a:cs typeface="Segoe UI Light"/>
              </a:rPr>
              <a:t>GRATITUDE</a:t>
            </a:r>
            <a:endParaRPr sz="1600" b="1" dirty="0">
              <a:latin typeface="Segoe UI Light"/>
              <a:cs typeface="Segoe UI Ligh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59918" y="2776950"/>
            <a:ext cx="3660775" cy="741045"/>
          </a:xfrm>
          <a:custGeom>
            <a:avLst/>
            <a:gdLst/>
            <a:ahLst/>
            <a:cxnLst/>
            <a:rect l="l" t="t" r="r" b="b"/>
            <a:pathLst>
              <a:path w="3660775" h="741045">
                <a:moveTo>
                  <a:pt x="3290316" y="0"/>
                </a:moveTo>
                <a:lnTo>
                  <a:pt x="370331" y="0"/>
                </a:lnTo>
                <a:lnTo>
                  <a:pt x="323877" y="2886"/>
                </a:lnTo>
                <a:lnTo>
                  <a:pt x="279145" y="11313"/>
                </a:lnTo>
                <a:lnTo>
                  <a:pt x="236481" y="24934"/>
                </a:lnTo>
                <a:lnTo>
                  <a:pt x="196234" y="43401"/>
                </a:lnTo>
                <a:lnTo>
                  <a:pt x="158751" y="66367"/>
                </a:lnTo>
                <a:lnTo>
                  <a:pt x="124377" y="93483"/>
                </a:lnTo>
                <a:lnTo>
                  <a:pt x="93461" y="124403"/>
                </a:lnTo>
                <a:lnTo>
                  <a:pt x="66349" y="158779"/>
                </a:lnTo>
                <a:lnTo>
                  <a:pt x="43389" y="196263"/>
                </a:lnTo>
                <a:lnTo>
                  <a:pt x="24926" y="236507"/>
                </a:lnTo>
                <a:lnTo>
                  <a:pt x="11309" y="279166"/>
                </a:lnTo>
                <a:lnTo>
                  <a:pt x="2885" y="323889"/>
                </a:lnTo>
                <a:lnTo>
                  <a:pt x="0" y="370331"/>
                </a:lnTo>
                <a:lnTo>
                  <a:pt x="2885" y="416774"/>
                </a:lnTo>
                <a:lnTo>
                  <a:pt x="11309" y="461497"/>
                </a:lnTo>
                <a:lnTo>
                  <a:pt x="24926" y="504156"/>
                </a:lnTo>
                <a:lnTo>
                  <a:pt x="43389" y="544400"/>
                </a:lnTo>
                <a:lnTo>
                  <a:pt x="66349" y="581884"/>
                </a:lnTo>
                <a:lnTo>
                  <a:pt x="93461" y="616260"/>
                </a:lnTo>
                <a:lnTo>
                  <a:pt x="124377" y="647180"/>
                </a:lnTo>
                <a:lnTo>
                  <a:pt x="158751" y="674296"/>
                </a:lnTo>
                <a:lnTo>
                  <a:pt x="196234" y="697262"/>
                </a:lnTo>
                <a:lnTo>
                  <a:pt x="236481" y="715729"/>
                </a:lnTo>
                <a:lnTo>
                  <a:pt x="279145" y="729350"/>
                </a:lnTo>
                <a:lnTo>
                  <a:pt x="323877" y="737777"/>
                </a:lnTo>
                <a:lnTo>
                  <a:pt x="370331" y="740663"/>
                </a:lnTo>
                <a:lnTo>
                  <a:pt x="3290316" y="740663"/>
                </a:lnTo>
                <a:lnTo>
                  <a:pt x="3336758" y="737777"/>
                </a:lnTo>
                <a:lnTo>
                  <a:pt x="3381481" y="729350"/>
                </a:lnTo>
                <a:lnTo>
                  <a:pt x="3424140" y="715729"/>
                </a:lnTo>
                <a:lnTo>
                  <a:pt x="3464384" y="697262"/>
                </a:lnTo>
                <a:lnTo>
                  <a:pt x="3501868" y="674296"/>
                </a:lnTo>
                <a:lnTo>
                  <a:pt x="3536244" y="647180"/>
                </a:lnTo>
                <a:lnTo>
                  <a:pt x="3567164" y="616260"/>
                </a:lnTo>
                <a:lnTo>
                  <a:pt x="3594280" y="581884"/>
                </a:lnTo>
                <a:lnTo>
                  <a:pt x="3617246" y="544400"/>
                </a:lnTo>
                <a:lnTo>
                  <a:pt x="3635713" y="504156"/>
                </a:lnTo>
                <a:lnTo>
                  <a:pt x="3649334" y="461497"/>
                </a:lnTo>
                <a:lnTo>
                  <a:pt x="3657761" y="416774"/>
                </a:lnTo>
                <a:lnTo>
                  <a:pt x="3660648" y="370331"/>
                </a:lnTo>
                <a:lnTo>
                  <a:pt x="3657761" y="323889"/>
                </a:lnTo>
                <a:lnTo>
                  <a:pt x="3649334" y="279166"/>
                </a:lnTo>
                <a:lnTo>
                  <a:pt x="3635713" y="236507"/>
                </a:lnTo>
                <a:lnTo>
                  <a:pt x="3617246" y="196263"/>
                </a:lnTo>
                <a:lnTo>
                  <a:pt x="3594280" y="158779"/>
                </a:lnTo>
                <a:lnTo>
                  <a:pt x="3567164" y="124403"/>
                </a:lnTo>
                <a:lnTo>
                  <a:pt x="3536244" y="93483"/>
                </a:lnTo>
                <a:lnTo>
                  <a:pt x="3501868" y="66367"/>
                </a:lnTo>
                <a:lnTo>
                  <a:pt x="3464384" y="43401"/>
                </a:lnTo>
                <a:lnTo>
                  <a:pt x="3424140" y="24934"/>
                </a:lnTo>
                <a:lnTo>
                  <a:pt x="3381481" y="11313"/>
                </a:lnTo>
                <a:lnTo>
                  <a:pt x="3336758" y="2886"/>
                </a:lnTo>
                <a:lnTo>
                  <a:pt x="32903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26" name="object 26"/>
          <p:cNvGrpSpPr/>
          <p:nvPr/>
        </p:nvGrpSpPr>
        <p:grpSpPr>
          <a:xfrm>
            <a:off x="4402236" y="952532"/>
            <a:ext cx="939165" cy="940435"/>
            <a:chOff x="4398264" y="1507236"/>
            <a:chExt cx="939165" cy="940435"/>
          </a:xfrm>
          <a:solidFill>
            <a:schemeClr val="bg1"/>
          </a:solidFill>
        </p:grpSpPr>
        <p:sp>
          <p:nvSpPr>
            <p:cNvPr id="27" name="object 27"/>
            <p:cNvSpPr/>
            <p:nvPr/>
          </p:nvSpPr>
          <p:spPr>
            <a:xfrm>
              <a:off x="4398264" y="1507236"/>
              <a:ext cx="939165" cy="940435"/>
            </a:xfrm>
            <a:custGeom>
              <a:avLst/>
              <a:gdLst/>
              <a:ahLst/>
              <a:cxnLst/>
              <a:rect l="l" t="t" r="r" b="b"/>
              <a:pathLst>
                <a:path w="939164" h="940435">
                  <a:moveTo>
                    <a:pt x="469391" y="0"/>
                  </a:moveTo>
                  <a:lnTo>
                    <a:pt x="421404" y="2426"/>
                  </a:lnTo>
                  <a:lnTo>
                    <a:pt x="374802" y="9549"/>
                  </a:lnTo>
                  <a:lnTo>
                    <a:pt x="329820" y="21132"/>
                  </a:lnTo>
                  <a:lnTo>
                    <a:pt x="286696" y="36939"/>
                  </a:lnTo>
                  <a:lnTo>
                    <a:pt x="245665" y="56733"/>
                  </a:lnTo>
                  <a:lnTo>
                    <a:pt x="206964" y="80280"/>
                  </a:lnTo>
                  <a:lnTo>
                    <a:pt x="170827" y="107342"/>
                  </a:lnTo>
                  <a:lnTo>
                    <a:pt x="137493" y="137683"/>
                  </a:lnTo>
                  <a:lnTo>
                    <a:pt x="107196" y="171069"/>
                  </a:lnTo>
                  <a:lnTo>
                    <a:pt x="80172" y="207261"/>
                  </a:lnTo>
                  <a:lnTo>
                    <a:pt x="56659" y="246025"/>
                  </a:lnTo>
                  <a:lnTo>
                    <a:pt x="36891" y="287125"/>
                  </a:lnTo>
                  <a:lnTo>
                    <a:pt x="21105" y="330323"/>
                  </a:lnTo>
                  <a:lnTo>
                    <a:pt x="9537" y="375385"/>
                  </a:lnTo>
                  <a:lnTo>
                    <a:pt x="2423" y="422074"/>
                  </a:lnTo>
                  <a:lnTo>
                    <a:pt x="0" y="470153"/>
                  </a:lnTo>
                  <a:lnTo>
                    <a:pt x="2423" y="518233"/>
                  </a:lnTo>
                  <a:lnTo>
                    <a:pt x="9537" y="564922"/>
                  </a:lnTo>
                  <a:lnTo>
                    <a:pt x="21105" y="609984"/>
                  </a:lnTo>
                  <a:lnTo>
                    <a:pt x="36891" y="653182"/>
                  </a:lnTo>
                  <a:lnTo>
                    <a:pt x="56659" y="694282"/>
                  </a:lnTo>
                  <a:lnTo>
                    <a:pt x="80172" y="733046"/>
                  </a:lnTo>
                  <a:lnTo>
                    <a:pt x="107196" y="769238"/>
                  </a:lnTo>
                  <a:lnTo>
                    <a:pt x="137493" y="802624"/>
                  </a:lnTo>
                  <a:lnTo>
                    <a:pt x="170827" y="832965"/>
                  </a:lnTo>
                  <a:lnTo>
                    <a:pt x="206964" y="860027"/>
                  </a:lnTo>
                  <a:lnTo>
                    <a:pt x="245665" y="883574"/>
                  </a:lnTo>
                  <a:lnTo>
                    <a:pt x="286696" y="903368"/>
                  </a:lnTo>
                  <a:lnTo>
                    <a:pt x="329820" y="919175"/>
                  </a:lnTo>
                  <a:lnTo>
                    <a:pt x="374802" y="930758"/>
                  </a:lnTo>
                  <a:lnTo>
                    <a:pt x="421404" y="937881"/>
                  </a:lnTo>
                  <a:lnTo>
                    <a:pt x="469391" y="940308"/>
                  </a:lnTo>
                  <a:lnTo>
                    <a:pt x="517379" y="937881"/>
                  </a:lnTo>
                  <a:lnTo>
                    <a:pt x="563981" y="930758"/>
                  </a:lnTo>
                  <a:lnTo>
                    <a:pt x="608963" y="919175"/>
                  </a:lnTo>
                  <a:lnTo>
                    <a:pt x="652087" y="903368"/>
                  </a:lnTo>
                  <a:lnTo>
                    <a:pt x="693118" y="883574"/>
                  </a:lnTo>
                  <a:lnTo>
                    <a:pt x="731819" y="860027"/>
                  </a:lnTo>
                  <a:lnTo>
                    <a:pt x="767956" y="832965"/>
                  </a:lnTo>
                  <a:lnTo>
                    <a:pt x="801290" y="802624"/>
                  </a:lnTo>
                  <a:lnTo>
                    <a:pt x="831587" y="769238"/>
                  </a:lnTo>
                  <a:lnTo>
                    <a:pt x="858611" y="733046"/>
                  </a:lnTo>
                  <a:lnTo>
                    <a:pt x="882124" y="694282"/>
                  </a:lnTo>
                  <a:lnTo>
                    <a:pt x="901892" y="653182"/>
                  </a:lnTo>
                  <a:lnTo>
                    <a:pt x="917678" y="609984"/>
                  </a:lnTo>
                  <a:lnTo>
                    <a:pt x="929246" y="564922"/>
                  </a:lnTo>
                  <a:lnTo>
                    <a:pt x="936360" y="518233"/>
                  </a:lnTo>
                  <a:lnTo>
                    <a:pt x="938784" y="470153"/>
                  </a:lnTo>
                  <a:lnTo>
                    <a:pt x="936360" y="422074"/>
                  </a:lnTo>
                  <a:lnTo>
                    <a:pt x="929246" y="375385"/>
                  </a:lnTo>
                  <a:lnTo>
                    <a:pt x="917678" y="330323"/>
                  </a:lnTo>
                  <a:lnTo>
                    <a:pt x="901892" y="287125"/>
                  </a:lnTo>
                  <a:lnTo>
                    <a:pt x="882124" y="246025"/>
                  </a:lnTo>
                  <a:lnTo>
                    <a:pt x="858611" y="207261"/>
                  </a:lnTo>
                  <a:lnTo>
                    <a:pt x="831587" y="171069"/>
                  </a:lnTo>
                  <a:lnTo>
                    <a:pt x="801290" y="137683"/>
                  </a:lnTo>
                  <a:lnTo>
                    <a:pt x="767956" y="107342"/>
                  </a:lnTo>
                  <a:lnTo>
                    <a:pt x="731819" y="80280"/>
                  </a:lnTo>
                  <a:lnTo>
                    <a:pt x="693118" y="56733"/>
                  </a:lnTo>
                  <a:lnTo>
                    <a:pt x="652087" y="36939"/>
                  </a:lnTo>
                  <a:lnTo>
                    <a:pt x="608963" y="21132"/>
                  </a:lnTo>
                  <a:lnTo>
                    <a:pt x="563981" y="9549"/>
                  </a:lnTo>
                  <a:lnTo>
                    <a:pt x="517379" y="2426"/>
                  </a:lnTo>
                  <a:lnTo>
                    <a:pt x="46939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8" name="object 28"/>
            <p:cNvSpPr/>
            <p:nvPr/>
          </p:nvSpPr>
          <p:spPr>
            <a:xfrm>
              <a:off x="4713601" y="1774697"/>
              <a:ext cx="220979" cy="288290"/>
            </a:xfrm>
            <a:custGeom>
              <a:avLst/>
              <a:gdLst/>
              <a:ahLst/>
              <a:cxnLst/>
              <a:rect l="l" t="t" r="r" b="b"/>
              <a:pathLst>
                <a:path w="220979" h="288289">
                  <a:moveTo>
                    <a:pt x="156463" y="0"/>
                  </a:moveTo>
                  <a:lnTo>
                    <a:pt x="140080" y="0"/>
                  </a:lnTo>
                  <a:lnTo>
                    <a:pt x="132841" y="1015"/>
                  </a:lnTo>
                  <a:lnTo>
                    <a:pt x="125222" y="2921"/>
                  </a:lnTo>
                  <a:lnTo>
                    <a:pt x="117983" y="4317"/>
                  </a:lnTo>
                  <a:lnTo>
                    <a:pt x="111251" y="7619"/>
                  </a:lnTo>
                  <a:lnTo>
                    <a:pt x="104901" y="10540"/>
                  </a:lnTo>
                  <a:lnTo>
                    <a:pt x="98171" y="17272"/>
                  </a:lnTo>
                  <a:lnTo>
                    <a:pt x="96774" y="20065"/>
                  </a:lnTo>
                  <a:lnTo>
                    <a:pt x="93344" y="20065"/>
                  </a:lnTo>
                  <a:lnTo>
                    <a:pt x="90042" y="20574"/>
                  </a:lnTo>
                  <a:lnTo>
                    <a:pt x="74675" y="35940"/>
                  </a:lnTo>
                  <a:lnTo>
                    <a:pt x="74675" y="46862"/>
                  </a:lnTo>
                  <a:lnTo>
                    <a:pt x="76580" y="57403"/>
                  </a:lnTo>
                  <a:lnTo>
                    <a:pt x="78993" y="66039"/>
                  </a:lnTo>
                  <a:lnTo>
                    <a:pt x="78993" y="66548"/>
                  </a:lnTo>
                  <a:lnTo>
                    <a:pt x="76580" y="68961"/>
                  </a:lnTo>
                  <a:lnTo>
                    <a:pt x="74167" y="72262"/>
                  </a:lnTo>
                  <a:lnTo>
                    <a:pt x="72643" y="74675"/>
                  </a:lnTo>
                  <a:lnTo>
                    <a:pt x="71754" y="81279"/>
                  </a:lnTo>
                  <a:lnTo>
                    <a:pt x="71754" y="88011"/>
                  </a:lnTo>
                  <a:lnTo>
                    <a:pt x="72262" y="91439"/>
                  </a:lnTo>
                  <a:lnTo>
                    <a:pt x="72643" y="93725"/>
                  </a:lnTo>
                  <a:lnTo>
                    <a:pt x="74167" y="96138"/>
                  </a:lnTo>
                  <a:lnTo>
                    <a:pt x="75056" y="98551"/>
                  </a:lnTo>
                  <a:lnTo>
                    <a:pt x="76580" y="100456"/>
                  </a:lnTo>
                  <a:lnTo>
                    <a:pt x="78486" y="102362"/>
                  </a:lnTo>
                  <a:lnTo>
                    <a:pt x="80390" y="103377"/>
                  </a:lnTo>
                  <a:lnTo>
                    <a:pt x="80899" y="108585"/>
                  </a:lnTo>
                  <a:lnTo>
                    <a:pt x="81300" y="112394"/>
                  </a:lnTo>
                  <a:lnTo>
                    <a:pt x="81406" y="113411"/>
                  </a:lnTo>
                  <a:lnTo>
                    <a:pt x="82803" y="117728"/>
                  </a:lnTo>
                  <a:lnTo>
                    <a:pt x="97789" y="146430"/>
                  </a:lnTo>
                  <a:lnTo>
                    <a:pt x="101091" y="150240"/>
                  </a:lnTo>
                  <a:lnTo>
                    <a:pt x="103504" y="152653"/>
                  </a:lnTo>
                  <a:lnTo>
                    <a:pt x="103504" y="174116"/>
                  </a:lnTo>
                  <a:lnTo>
                    <a:pt x="96774" y="176529"/>
                  </a:lnTo>
                  <a:lnTo>
                    <a:pt x="89535" y="179450"/>
                  </a:lnTo>
                  <a:lnTo>
                    <a:pt x="82296" y="182244"/>
                  </a:lnTo>
                  <a:lnTo>
                    <a:pt x="74675" y="183768"/>
                  </a:lnTo>
                  <a:lnTo>
                    <a:pt x="51053" y="191897"/>
                  </a:lnTo>
                  <a:lnTo>
                    <a:pt x="40004" y="196214"/>
                  </a:lnTo>
                  <a:lnTo>
                    <a:pt x="22098" y="204724"/>
                  </a:lnTo>
                  <a:lnTo>
                    <a:pt x="15366" y="209550"/>
                  </a:lnTo>
                  <a:lnTo>
                    <a:pt x="12953" y="212471"/>
                  </a:lnTo>
                  <a:lnTo>
                    <a:pt x="10540" y="214884"/>
                  </a:lnTo>
                  <a:lnTo>
                    <a:pt x="1015" y="258317"/>
                  </a:lnTo>
                  <a:lnTo>
                    <a:pt x="0" y="274192"/>
                  </a:lnTo>
                  <a:lnTo>
                    <a:pt x="0" y="281813"/>
                  </a:lnTo>
                  <a:lnTo>
                    <a:pt x="508" y="284225"/>
                  </a:lnTo>
                  <a:lnTo>
                    <a:pt x="1904" y="286130"/>
                  </a:lnTo>
                  <a:lnTo>
                    <a:pt x="3428" y="287019"/>
                  </a:lnTo>
                  <a:lnTo>
                    <a:pt x="5334" y="288036"/>
                  </a:lnTo>
                  <a:lnTo>
                    <a:pt x="168528" y="288036"/>
                  </a:lnTo>
                  <a:lnTo>
                    <a:pt x="166624" y="284225"/>
                  </a:lnTo>
                  <a:lnTo>
                    <a:pt x="166115" y="281813"/>
                  </a:lnTo>
                  <a:lnTo>
                    <a:pt x="166115" y="279908"/>
                  </a:lnTo>
                  <a:lnTo>
                    <a:pt x="167512" y="278002"/>
                  </a:lnTo>
                  <a:lnTo>
                    <a:pt x="169417" y="276098"/>
                  </a:lnTo>
                  <a:lnTo>
                    <a:pt x="183006" y="267969"/>
                  </a:lnTo>
                  <a:lnTo>
                    <a:pt x="182499" y="263143"/>
                  </a:lnTo>
                  <a:lnTo>
                    <a:pt x="182499" y="253618"/>
                  </a:lnTo>
                  <a:lnTo>
                    <a:pt x="183006" y="248285"/>
                  </a:lnTo>
                  <a:lnTo>
                    <a:pt x="169417" y="240664"/>
                  </a:lnTo>
                  <a:lnTo>
                    <a:pt x="167512" y="238760"/>
                  </a:lnTo>
                  <a:lnTo>
                    <a:pt x="166115" y="236854"/>
                  </a:lnTo>
                  <a:lnTo>
                    <a:pt x="166115" y="234441"/>
                  </a:lnTo>
                  <a:lnTo>
                    <a:pt x="166624" y="232537"/>
                  </a:lnTo>
                  <a:lnTo>
                    <a:pt x="191135" y="191388"/>
                  </a:lnTo>
                  <a:lnTo>
                    <a:pt x="192150" y="189991"/>
                  </a:lnTo>
                  <a:lnTo>
                    <a:pt x="194055" y="188975"/>
                  </a:lnTo>
                  <a:lnTo>
                    <a:pt x="213051" y="188975"/>
                  </a:lnTo>
                  <a:lnTo>
                    <a:pt x="204088" y="185674"/>
                  </a:lnTo>
                  <a:lnTo>
                    <a:pt x="198374" y="183768"/>
                  </a:lnTo>
                  <a:lnTo>
                    <a:pt x="192531" y="181355"/>
                  </a:lnTo>
                  <a:lnTo>
                    <a:pt x="187325" y="179450"/>
                  </a:lnTo>
                  <a:lnTo>
                    <a:pt x="180975" y="177037"/>
                  </a:lnTo>
                  <a:lnTo>
                    <a:pt x="177164" y="176022"/>
                  </a:lnTo>
                  <a:lnTo>
                    <a:pt x="173736" y="174116"/>
                  </a:lnTo>
                  <a:lnTo>
                    <a:pt x="173736" y="146938"/>
                  </a:lnTo>
                  <a:lnTo>
                    <a:pt x="176149" y="144525"/>
                  </a:lnTo>
                  <a:lnTo>
                    <a:pt x="179069" y="142112"/>
                  </a:lnTo>
                  <a:lnTo>
                    <a:pt x="182499" y="137794"/>
                  </a:lnTo>
                  <a:lnTo>
                    <a:pt x="193548" y="103377"/>
                  </a:lnTo>
                  <a:lnTo>
                    <a:pt x="195452" y="102362"/>
                  </a:lnTo>
                  <a:lnTo>
                    <a:pt x="201294" y="91439"/>
                  </a:lnTo>
                  <a:lnTo>
                    <a:pt x="202069" y="88011"/>
                  </a:lnTo>
                  <a:lnTo>
                    <a:pt x="202184" y="78486"/>
                  </a:lnTo>
                  <a:lnTo>
                    <a:pt x="200278" y="72771"/>
                  </a:lnTo>
                  <a:lnTo>
                    <a:pt x="198374" y="68961"/>
                  </a:lnTo>
                  <a:lnTo>
                    <a:pt x="195452" y="65531"/>
                  </a:lnTo>
                  <a:lnTo>
                    <a:pt x="198374" y="57912"/>
                  </a:lnTo>
                  <a:lnTo>
                    <a:pt x="200787" y="48387"/>
                  </a:lnTo>
                  <a:lnTo>
                    <a:pt x="202184" y="42544"/>
                  </a:lnTo>
                  <a:lnTo>
                    <a:pt x="202184" y="31114"/>
                  </a:lnTo>
                  <a:lnTo>
                    <a:pt x="200787" y="25400"/>
                  </a:lnTo>
                  <a:lnTo>
                    <a:pt x="199771" y="21589"/>
                  </a:lnTo>
                  <a:lnTo>
                    <a:pt x="198374" y="18668"/>
                  </a:lnTo>
                  <a:lnTo>
                    <a:pt x="195961" y="16255"/>
                  </a:lnTo>
                  <a:lnTo>
                    <a:pt x="194055" y="12953"/>
                  </a:lnTo>
                  <a:lnTo>
                    <a:pt x="191135" y="11429"/>
                  </a:lnTo>
                  <a:lnTo>
                    <a:pt x="187705" y="8636"/>
                  </a:lnTo>
                  <a:lnTo>
                    <a:pt x="183896" y="7238"/>
                  </a:lnTo>
                  <a:lnTo>
                    <a:pt x="180975" y="5714"/>
                  </a:lnTo>
                  <a:lnTo>
                    <a:pt x="172847" y="3301"/>
                  </a:lnTo>
                  <a:lnTo>
                    <a:pt x="164211" y="1397"/>
                  </a:lnTo>
                  <a:lnTo>
                    <a:pt x="156463" y="0"/>
                  </a:lnTo>
                  <a:close/>
                </a:path>
                <a:path w="220979" h="288289">
                  <a:moveTo>
                    <a:pt x="213051" y="188975"/>
                  </a:moveTo>
                  <a:lnTo>
                    <a:pt x="196468" y="188975"/>
                  </a:lnTo>
                  <a:lnTo>
                    <a:pt x="198881" y="189484"/>
                  </a:lnTo>
                  <a:lnTo>
                    <a:pt x="212343" y="197612"/>
                  </a:lnTo>
                  <a:lnTo>
                    <a:pt x="216662" y="194310"/>
                  </a:lnTo>
                  <a:lnTo>
                    <a:pt x="220979" y="191897"/>
                  </a:lnTo>
                  <a:lnTo>
                    <a:pt x="213051" y="188975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2285" y="1939288"/>
              <a:ext cx="163067" cy="18135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</p:pic>
      </p:grpSp>
      <p:sp>
        <p:nvSpPr>
          <p:cNvPr id="30" name="object 30"/>
          <p:cNvSpPr txBox="1"/>
          <p:nvPr/>
        </p:nvSpPr>
        <p:spPr>
          <a:xfrm>
            <a:off x="1210589" y="3009441"/>
            <a:ext cx="2549271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Segoe UI Light"/>
                <a:cs typeface="Segoe UI Light"/>
              </a:rPr>
              <a:t>5.</a:t>
            </a:r>
            <a:r>
              <a:rPr sz="1600" b="1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1" dirty="0">
                <a:solidFill>
                  <a:srgbClr val="FFFFFF"/>
                </a:solidFill>
                <a:latin typeface="Segoe UI Light"/>
                <a:cs typeface="Segoe UI Light"/>
              </a:rPr>
              <a:t>CHARTS</a:t>
            </a:r>
            <a:r>
              <a:rPr sz="1600" b="1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1" dirty="0">
                <a:solidFill>
                  <a:srgbClr val="FFFFFF"/>
                </a:solidFill>
                <a:latin typeface="Segoe UI Light"/>
                <a:cs typeface="Segoe UI Light"/>
              </a:rPr>
              <a:t>&amp; </a:t>
            </a:r>
            <a:r>
              <a:rPr lang="en-US" sz="1600" b="1" dirty="0" smtClean="0">
                <a:solidFill>
                  <a:srgbClr val="FFFFFF"/>
                </a:solidFill>
                <a:latin typeface="Segoe UI Light"/>
                <a:cs typeface="Segoe UI Light"/>
              </a:rPr>
              <a:t>SUGGISTIONS</a:t>
            </a:r>
          </a:p>
        </p:txBody>
      </p:sp>
      <p:sp>
        <p:nvSpPr>
          <p:cNvPr id="31" name="object 31"/>
          <p:cNvSpPr/>
          <p:nvPr/>
        </p:nvSpPr>
        <p:spPr>
          <a:xfrm>
            <a:off x="1610310" y="4598130"/>
            <a:ext cx="3660775" cy="741045"/>
          </a:xfrm>
          <a:custGeom>
            <a:avLst/>
            <a:gdLst/>
            <a:ahLst/>
            <a:cxnLst/>
            <a:rect l="l" t="t" r="r" b="b"/>
            <a:pathLst>
              <a:path w="3660775" h="741045">
                <a:moveTo>
                  <a:pt x="3290316" y="0"/>
                </a:moveTo>
                <a:lnTo>
                  <a:pt x="370331" y="0"/>
                </a:lnTo>
                <a:lnTo>
                  <a:pt x="323889" y="2886"/>
                </a:lnTo>
                <a:lnTo>
                  <a:pt x="279166" y="11313"/>
                </a:lnTo>
                <a:lnTo>
                  <a:pt x="236507" y="24934"/>
                </a:lnTo>
                <a:lnTo>
                  <a:pt x="196263" y="43401"/>
                </a:lnTo>
                <a:lnTo>
                  <a:pt x="158779" y="66367"/>
                </a:lnTo>
                <a:lnTo>
                  <a:pt x="124403" y="93483"/>
                </a:lnTo>
                <a:lnTo>
                  <a:pt x="93483" y="124403"/>
                </a:lnTo>
                <a:lnTo>
                  <a:pt x="66367" y="158779"/>
                </a:lnTo>
                <a:lnTo>
                  <a:pt x="43401" y="196263"/>
                </a:lnTo>
                <a:lnTo>
                  <a:pt x="24934" y="236507"/>
                </a:lnTo>
                <a:lnTo>
                  <a:pt x="11313" y="279166"/>
                </a:lnTo>
                <a:lnTo>
                  <a:pt x="2886" y="323889"/>
                </a:lnTo>
                <a:lnTo>
                  <a:pt x="0" y="370331"/>
                </a:lnTo>
                <a:lnTo>
                  <a:pt x="2886" y="416786"/>
                </a:lnTo>
                <a:lnTo>
                  <a:pt x="11313" y="461518"/>
                </a:lnTo>
                <a:lnTo>
                  <a:pt x="24934" y="504182"/>
                </a:lnTo>
                <a:lnTo>
                  <a:pt x="43401" y="544429"/>
                </a:lnTo>
                <a:lnTo>
                  <a:pt x="66367" y="581912"/>
                </a:lnTo>
                <a:lnTo>
                  <a:pt x="93483" y="616286"/>
                </a:lnTo>
                <a:lnTo>
                  <a:pt x="124403" y="647202"/>
                </a:lnTo>
                <a:lnTo>
                  <a:pt x="158779" y="674314"/>
                </a:lnTo>
                <a:lnTo>
                  <a:pt x="196263" y="697274"/>
                </a:lnTo>
                <a:lnTo>
                  <a:pt x="236507" y="715737"/>
                </a:lnTo>
                <a:lnTo>
                  <a:pt x="279166" y="729354"/>
                </a:lnTo>
                <a:lnTo>
                  <a:pt x="323889" y="737778"/>
                </a:lnTo>
                <a:lnTo>
                  <a:pt x="370331" y="740663"/>
                </a:lnTo>
                <a:lnTo>
                  <a:pt x="3290316" y="740663"/>
                </a:lnTo>
                <a:lnTo>
                  <a:pt x="3336758" y="737778"/>
                </a:lnTo>
                <a:lnTo>
                  <a:pt x="3381481" y="729354"/>
                </a:lnTo>
                <a:lnTo>
                  <a:pt x="3424140" y="715737"/>
                </a:lnTo>
                <a:lnTo>
                  <a:pt x="3464384" y="697274"/>
                </a:lnTo>
                <a:lnTo>
                  <a:pt x="3501868" y="674314"/>
                </a:lnTo>
                <a:lnTo>
                  <a:pt x="3536244" y="647202"/>
                </a:lnTo>
                <a:lnTo>
                  <a:pt x="3567164" y="616286"/>
                </a:lnTo>
                <a:lnTo>
                  <a:pt x="3594280" y="581912"/>
                </a:lnTo>
                <a:lnTo>
                  <a:pt x="3617246" y="544429"/>
                </a:lnTo>
                <a:lnTo>
                  <a:pt x="3635713" y="504182"/>
                </a:lnTo>
                <a:lnTo>
                  <a:pt x="3649334" y="461518"/>
                </a:lnTo>
                <a:lnTo>
                  <a:pt x="3657761" y="416786"/>
                </a:lnTo>
                <a:lnTo>
                  <a:pt x="3660647" y="370331"/>
                </a:lnTo>
                <a:lnTo>
                  <a:pt x="3657761" y="323889"/>
                </a:lnTo>
                <a:lnTo>
                  <a:pt x="3649334" y="279166"/>
                </a:lnTo>
                <a:lnTo>
                  <a:pt x="3635713" y="236507"/>
                </a:lnTo>
                <a:lnTo>
                  <a:pt x="3617246" y="196263"/>
                </a:lnTo>
                <a:lnTo>
                  <a:pt x="3594280" y="158779"/>
                </a:lnTo>
                <a:lnTo>
                  <a:pt x="3567164" y="124403"/>
                </a:lnTo>
                <a:lnTo>
                  <a:pt x="3536244" y="93483"/>
                </a:lnTo>
                <a:lnTo>
                  <a:pt x="3501868" y="66367"/>
                </a:lnTo>
                <a:lnTo>
                  <a:pt x="3464384" y="43401"/>
                </a:lnTo>
                <a:lnTo>
                  <a:pt x="3424140" y="24934"/>
                </a:lnTo>
                <a:lnTo>
                  <a:pt x="3381481" y="11313"/>
                </a:lnTo>
                <a:lnTo>
                  <a:pt x="3336758" y="2886"/>
                </a:lnTo>
                <a:lnTo>
                  <a:pt x="3290316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2" name="object 32"/>
          <p:cNvGrpSpPr/>
          <p:nvPr/>
        </p:nvGrpSpPr>
        <p:grpSpPr>
          <a:xfrm>
            <a:off x="3710838" y="2655184"/>
            <a:ext cx="940435" cy="940435"/>
            <a:chOff x="3669791" y="3235451"/>
            <a:chExt cx="940435" cy="940435"/>
          </a:xfrm>
          <a:solidFill>
            <a:srgbClr val="FF0000"/>
          </a:solidFill>
        </p:grpSpPr>
        <p:sp>
          <p:nvSpPr>
            <p:cNvPr id="33" name="object 33"/>
            <p:cNvSpPr/>
            <p:nvPr/>
          </p:nvSpPr>
          <p:spPr>
            <a:xfrm>
              <a:off x="3669791" y="3235451"/>
              <a:ext cx="940435" cy="940435"/>
            </a:xfrm>
            <a:custGeom>
              <a:avLst/>
              <a:gdLst/>
              <a:ahLst/>
              <a:cxnLst/>
              <a:rect l="l" t="t" r="r" b="b"/>
              <a:pathLst>
                <a:path w="940435" h="940435">
                  <a:moveTo>
                    <a:pt x="470154" y="0"/>
                  </a:moveTo>
                  <a:lnTo>
                    <a:pt x="422074" y="2426"/>
                  </a:lnTo>
                  <a:lnTo>
                    <a:pt x="375385" y="9549"/>
                  </a:lnTo>
                  <a:lnTo>
                    <a:pt x="330323" y="21132"/>
                  </a:lnTo>
                  <a:lnTo>
                    <a:pt x="287125" y="36939"/>
                  </a:lnTo>
                  <a:lnTo>
                    <a:pt x="246025" y="56733"/>
                  </a:lnTo>
                  <a:lnTo>
                    <a:pt x="207261" y="80280"/>
                  </a:lnTo>
                  <a:lnTo>
                    <a:pt x="171069" y="107342"/>
                  </a:lnTo>
                  <a:lnTo>
                    <a:pt x="137683" y="137683"/>
                  </a:lnTo>
                  <a:lnTo>
                    <a:pt x="107342" y="171069"/>
                  </a:lnTo>
                  <a:lnTo>
                    <a:pt x="80280" y="207261"/>
                  </a:lnTo>
                  <a:lnTo>
                    <a:pt x="56733" y="246025"/>
                  </a:lnTo>
                  <a:lnTo>
                    <a:pt x="36939" y="287125"/>
                  </a:lnTo>
                  <a:lnTo>
                    <a:pt x="21132" y="330323"/>
                  </a:lnTo>
                  <a:lnTo>
                    <a:pt x="9549" y="375385"/>
                  </a:lnTo>
                  <a:lnTo>
                    <a:pt x="2426" y="422074"/>
                  </a:lnTo>
                  <a:lnTo>
                    <a:pt x="0" y="470154"/>
                  </a:lnTo>
                  <a:lnTo>
                    <a:pt x="2426" y="518233"/>
                  </a:lnTo>
                  <a:lnTo>
                    <a:pt x="9549" y="564922"/>
                  </a:lnTo>
                  <a:lnTo>
                    <a:pt x="21132" y="609984"/>
                  </a:lnTo>
                  <a:lnTo>
                    <a:pt x="36939" y="653182"/>
                  </a:lnTo>
                  <a:lnTo>
                    <a:pt x="56733" y="694282"/>
                  </a:lnTo>
                  <a:lnTo>
                    <a:pt x="80280" y="733046"/>
                  </a:lnTo>
                  <a:lnTo>
                    <a:pt x="107342" y="769238"/>
                  </a:lnTo>
                  <a:lnTo>
                    <a:pt x="137683" y="802624"/>
                  </a:lnTo>
                  <a:lnTo>
                    <a:pt x="171069" y="832965"/>
                  </a:lnTo>
                  <a:lnTo>
                    <a:pt x="207261" y="860027"/>
                  </a:lnTo>
                  <a:lnTo>
                    <a:pt x="246025" y="883574"/>
                  </a:lnTo>
                  <a:lnTo>
                    <a:pt x="287125" y="903368"/>
                  </a:lnTo>
                  <a:lnTo>
                    <a:pt x="330323" y="919175"/>
                  </a:lnTo>
                  <a:lnTo>
                    <a:pt x="375385" y="930758"/>
                  </a:lnTo>
                  <a:lnTo>
                    <a:pt x="422074" y="937881"/>
                  </a:lnTo>
                  <a:lnTo>
                    <a:pt x="470154" y="940308"/>
                  </a:lnTo>
                  <a:lnTo>
                    <a:pt x="518233" y="937881"/>
                  </a:lnTo>
                  <a:lnTo>
                    <a:pt x="564922" y="930758"/>
                  </a:lnTo>
                  <a:lnTo>
                    <a:pt x="609984" y="919175"/>
                  </a:lnTo>
                  <a:lnTo>
                    <a:pt x="653182" y="903368"/>
                  </a:lnTo>
                  <a:lnTo>
                    <a:pt x="694282" y="883574"/>
                  </a:lnTo>
                  <a:lnTo>
                    <a:pt x="733046" y="860027"/>
                  </a:lnTo>
                  <a:lnTo>
                    <a:pt x="769238" y="832965"/>
                  </a:lnTo>
                  <a:lnTo>
                    <a:pt x="802624" y="802624"/>
                  </a:lnTo>
                  <a:lnTo>
                    <a:pt x="832965" y="769238"/>
                  </a:lnTo>
                  <a:lnTo>
                    <a:pt x="860027" y="733046"/>
                  </a:lnTo>
                  <a:lnTo>
                    <a:pt x="883574" y="694282"/>
                  </a:lnTo>
                  <a:lnTo>
                    <a:pt x="903368" y="653182"/>
                  </a:lnTo>
                  <a:lnTo>
                    <a:pt x="919175" y="609984"/>
                  </a:lnTo>
                  <a:lnTo>
                    <a:pt x="930758" y="564922"/>
                  </a:lnTo>
                  <a:lnTo>
                    <a:pt x="937881" y="518233"/>
                  </a:lnTo>
                  <a:lnTo>
                    <a:pt x="940308" y="470154"/>
                  </a:lnTo>
                  <a:lnTo>
                    <a:pt x="937881" y="422074"/>
                  </a:lnTo>
                  <a:lnTo>
                    <a:pt x="930758" y="375385"/>
                  </a:lnTo>
                  <a:lnTo>
                    <a:pt x="919175" y="330323"/>
                  </a:lnTo>
                  <a:lnTo>
                    <a:pt x="903368" y="287125"/>
                  </a:lnTo>
                  <a:lnTo>
                    <a:pt x="883574" y="246025"/>
                  </a:lnTo>
                  <a:lnTo>
                    <a:pt x="860027" y="207261"/>
                  </a:lnTo>
                  <a:lnTo>
                    <a:pt x="832965" y="171069"/>
                  </a:lnTo>
                  <a:lnTo>
                    <a:pt x="802624" y="137683"/>
                  </a:lnTo>
                  <a:lnTo>
                    <a:pt x="769238" y="107342"/>
                  </a:lnTo>
                  <a:lnTo>
                    <a:pt x="733046" y="80280"/>
                  </a:lnTo>
                  <a:lnTo>
                    <a:pt x="694282" y="56733"/>
                  </a:lnTo>
                  <a:lnTo>
                    <a:pt x="653182" y="36939"/>
                  </a:lnTo>
                  <a:lnTo>
                    <a:pt x="609984" y="21132"/>
                  </a:lnTo>
                  <a:lnTo>
                    <a:pt x="564922" y="9549"/>
                  </a:lnTo>
                  <a:lnTo>
                    <a:pt x="518233" y="2426"/>
                  </a:lnTo>
                  <a:lnTo>
                    <a:pt x="47015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4" name="object 34"/>
            <p:cNvSpPr/>
            <p:nvPr/>
          </p:nvSpPr>
          <p:spPr>
            <a:xfrm>
              <a:off x="3984688" y="3488182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327660" y="20713"/>
                  </a:moveTo>
                  <a:lnTo>
                    <a:pt x="326898" y="16129"/>
                  </a:lnTo>
                  <a:lnTo>
                    <a:pt x="325755" y="14224"/>
                  </a:lnTo>
                  <a:lnTo>
                    <a:pt x="324993" y="11938"/>
                  </a:lnTo>
                  <a:lnTo>
                    <a:pt x="322707" y="8382"/>
                  </a:lnTo>
                  <a:lnTo>
                    <a:pt x="321183" y="6477"/>
                  </a:lnTo>
                  <a:lnTo>
                    <a:pt x="319278" y="5334"/>
                  </a:lnTo>
                  <a:lnTo>
                    <a:pt x="317754" y="3810"/>
                  </a:lnTo>
                  <a:lnTo>
                    <a:pt x="313563" y="1905"/>
                  </a:lnTo>
                  <a:lnTo>
                    <a:pt x="311658" y="762"/>
                  </a:lnTo>
                  <a:lnTo>
                    <a:pt x="306959" y="0"/>
                  </a:lnTo>
                  <a:lnTo>
                    <a:pt x="302387" y="0"/>
                  </a:lnTo>
                  <a:lnTo>
                    <a:pt x="297815" y="762"/>
                  </a:lnTo>
                  <a:lnTo>
                    <a:pt x="295529" y="1905"/>
                  </a:lnTo>
                  <a:lnTo>
                    <a:pt x="294005" y="3048"/>
                  </a:lnTo>
                  <a:lnTo>
                    <a:pt x="291719" y="3810"/>
                  </a:lnTo>
                  <a:lnTo>
                    <a:pt x="290195" y="5334"/>
                  </a:lnTo>
                  <a:lnTo>
                    <a:pt x="288671" y="6477"/>
                  </a:lnTo>
                  <a:lnTo>
                    <a:pt x="284480" y="11938"/>
                  </a:lnTo>
                  <a:lnTo>
                    <a:pt x="282194" y="18415"/>
                  </a:lnTo>
                  <a:lnTo>
                    <a:pt x="281813" y="20713"/>
                  </a:lnTo>
                  <a:lnTo>
                    <a:pt x="281813" y="22999"/>
                  </a:lnTo>
                  <a:lnTo>
                    <a:pt x="282194" y="26797"/>
                  </a:lnTo>
                  <a:lnTo>
                    <a:pt x="282956" y="30238"/>
                  </a:lnTo>
                  <a:lnTo>
                    <a:pt x="284099" y="33413"/>
                  </a:lnTo>
                  <a:lnTo>
                    <a:pt x="286004" y="36830"/>
                  </a:lnTo>
                  <a:lnTo>
                    <a:pt x="228219" y="106172"/>
                  </a:lnTo>
                  <a:lnTo>
                    <a:pt x="223266" y="104648"/>
                  </a:lnTo>
                  <a:lnTo>
                    <a:pt x="218313" y="103886"/>
                  </a:lnTo>
                  <a:lnTo>
                    <a:pt x="212598" y="104648"/>
                  </a:lnTo>
                  <a:lnTo>
                    <a:pt x="210312" y="105410"/>
                  </a:lnTo>
                  <a:lnTo>
                    <a:pt x="205613" y="107696"/>
                  </a:lnTo>
                  <a:lnTo>
                    <a:pt x="203327" y="109601"/>
                  </a:lnTo>
                  <a:lnTo>
                    <a:pt x="199898" y="113030"/>
                  </a:lnTo>
                  <a:lnTo>
                    <a:pt x="154813" y="94996"/>
                  </a:lnTo>
                  <a:lnTo>
                    <a:pt x="154813" y="90043"/>
                  </a:lnTo>
                  <a:lnTo>
                    <a:pt x="154051" y="85471"/>
                  </a:lnTo>
                  <a:lnTo>
                    <a:pt x="152527" y="81661"/>
                  </a:lnTo>
                  <a:lnTo>
                    <a:pt x="151384" y="79387"/>
                  </a:lnTo>
                  <a:lnTo>
                    <a:pt x="148336" y="76327"/>
                  </a:lnTo>
                  <a:lnTo>
                    <a:pt x="146812" y="74422"/>
                  </a:lnTo>
                  <a:lnTo>
                    <a:pt x="143002" y="72009"/>
                  </a:lnTo>
                  <a:lnTo>
                    <a:pt x="138684" y="70485"/>
                  </a:lnTo>
                  <a:lnTo>
                    <a:pt x="136779" y="69342"/>
                  </a:lnTo>
                  <a:lnTo>
                    <a:pt x="134493" y="69342"/>
                  </a:lnTo>
                  <a:lnTo>
                    <a:pt x="131826" y="68961"/>
                  </a:lnTo>
                  <a:lnTo>
                    <a:pt x="129921" y="69342"/>
                  </a:lnTo>
                  <a:lnTo>
                    <a:pt x="127254" y="69342"/>
                  </a:lnTo>
                  <a:lnTo>
                    <a:pt x="125349" y="70485"/>
                  </a:lnTo>
                  <a:lnTo>
                    <a:pt x="121158" y="72009"/>
                  </a:lnTo>
                  <a:lnTo>
                    <a:pt x="108966" y="90043"/>
                  </a:lnTo>
                  <a:lnTo>
                    <a:pt x="108966" y="91948"/>
                  </a:lnTo>
                  <a:lnTo>
                    <a:pt x="109728" y="97409"/>
                  </a:lnTo>
                  <a:lnTo>
                    <a:pt x="111252" y="102362"/>
                  </a:lnTo>
                  <a:lnTo>
                    <a:pt x="58801" y="148336"/>
                  </a:lnTo>
                  <a:lnTo>
                    <a:pt x="55753" y="146431"/>
                  </a:lnTo>
                  <a:lnTo>
                    <a:pt x="52705" y="145288"/>
                  </a:lnTo>
                  <a:lnTo>
                    <a:pt x="48895" y="144526"/>
                  </a:lnTo>
                  <a:lnTo>
                    <a:pt x="43180" y="144526"/>
                  </a:lnTo>
                  <a:lnTo>
                    <a:pt x="38862" y="145288"/>
                  </a:lnTo>
                  <a:lnTo>
                    <a:pt x="34671" y="146812"/>
                  </a:lnTo>
                  <a:lnTo>
                    <a:pt x="32766" y="147955"/>
                  </a:lnTo>
                  <a:lnTo>
                    <a:pt x="30861" y="149860"/>
                  </a:lnTo>
                  <a:lnTo>
                    <a:pt x="29337" y="151003"/>
                  </a:lnTo>
                  <a:lnTo>
                    <a:pt x="26289" y="154051"/>
                  </a:lnTo>
                  <a:lnTo>
                    <a:pt x="24384" y="158242"/>
                  </a:lnTo>
                  <a:lnTo>
                    <a:pt x="23622" y="160655"/>
                  </a:lnTo>
                  <a:lnTo>
                    <a:pt x="22860" y="164846"/>
                  </a:lnTo>
                  <a:lnTo>
                    <a:pt x="22860" y="169799"/>
                  </a:lnTo>
                  <a:lnTo>
                    <a:pt x="23622" y="174371"/>
                  </a:lnTo>
                  <a:lnTo>
                    <a:pt x="25146" y="178562"/>
                  </a:lnTo>
                  <a:lnTo>
                    <a:pt x="29337" y="184023"/>
                  </a:lnTo>
                  <a:lnTo>
                    <a:pt x="34671" y="187452"/>
                  </a:lnTo>
                  <a:lnTo>
                    <a:pt x="36576" y="188976"/>
                  </a:lnTo>
                  <a:lnTo>
                    <a:pt x="38862" y="189357"/>
                  </a:lnTo>
                  <a:lnTo>
                    <a:pt x="40894" y="190119"/>
                  </a:lnTo>
                  <a:lnTo>
                    <a:pt x="43180" y="190500"/>
                  </a:lnTo>
                  <a:lnTo>
                    <a:pt x="45847" y="190500"/>
                  </a:lnTo>
                  <a:lnTo>
                    <a:pt x="47752" y="190500"/>
                  </a:lnTo>
                  <a:lnTo>
                    <a:pt x="50419" y="190119"/>
                  </a:lnTo>
                  <a:lnTo>
                    <a:pt x="52324" y="189357"/>
                  </a:lnTo>
                  <a:lnTo>
                    <a:pt x="54610" y="188976"/>
                  </a:lnTo>
                  <a:lnTo>
                    <a:pt x="59944" y="185166"/>
                  </a:lnTo>
                  <a:lnTo>
                    <a:pt x="68707" y="169799"/>
                  </a:lnTo>
                  <a:lnTo>
                    <a:pt x="68707" y="167513"/>
                  </a:lnTo>
                  <a:lnTo>
                    <a:pt x="67945" y="162179"/>
                  </a:lnTo>
                  <a:lnTo>
                    <a:pt x="66421" y="157099"/>
                  </a:lnTo>
                  <a:lnTo>
                    <a:pt x="118872" y="111125"/>
                  </a:lnTo>
                  <a:lnTo>
                    <a:pt x="121920" y="113030"/>
                  </a:lnTo>
                  <a:lnTo>
                    <a:pt x="128778" y="115316"/>
                  </a:lnTo>
                  <a:lnTo>
                    <a:pt x="131826" y="115697"/>
                  </a:lnTo>
                  <a:lnTo>
                    <a:pt x="134874" y="115316"/>
                  </a:lnTo>
                  <a:lnTo>
                    <a:pt x="140208" y="113792"/>
                  </a:lnTo>
                  <a:lnTo>
                    <a:pt x="147193" y="109982"/>
                  </a:lnTo>
                  <a:lnTo>
                    <a:pt x="150241" y="106172"/>
                  </a:lnTo>
                  <a:lnTo>
                    <a:pt x="195326" y="124206"/>
                  </a:lnTo>
                  <a:lnTo>
                    <a:pt x="195326" y="129159"/>
                  </a:lnTo>
                  <a:lnTo>
                    <a:pt x="195707" y="131445"/>
                  </a:lnTo>
                  <a:lnTo>
                    <a:pt x="209550" y="147955"/>
                  </a:lnTo>
                  <a:lnTo>
                    <a:pt x="211455" y="149098"/>
                  </a:lnTo>
                  <a:lnTo>
                    <a:pt x="213741" y="149860"/>
                  </a:lnTo>
                  <a:lnTo>
                    <a:pt x="216027" y="149860"/>
                  </a:lnTo>
                  <a:lnTo>
                    <a:pt x="218313" y="150241"/>
                  </a:lnTo>
                  <a:lnTo>
                    <a:pt x="220980" y="149860"/>
                  </a:lnTo>
                  <a:lnTo>
                    <a:pt x="222885" y="149860"/>
                  </a:lnTo>
                  <a:lnTo>
                    <a:pt x="225171" y="149098"/>
                  </a:lnTo>
                  <a:lnTo>
                    <a:pt x="229362" y="147193"/>
                  </a:lnTo>
                  <a:lnTo>
                    <a:pt x="233172" y="144907"/>
                  </a:lnTo>
                  <a:lnTo>
                    <a:pt x="234315" y="143383"/>
                  </a:lnTo>
                  <a:lnTo>
                    <a:pt x="236220" y="141478"/>
                  </a:lnTo>
                  <a:lnTo>
                    <a:pt x="238506" y="138049"/>
                  </a:lnTo>
                  <a:lnTo>
                    <a:pt x="239649" y="135636"/>
                  </a:lnTo>
                  <a:lnTo>
                    <a:pt x="240030" y="133731"/>
                  </a:lnTo>
                  <a:lnTo>
                    <a:pt x="240792" y="131445"/>
                  </a:lnTo>
                  <a:lnTo>
                    <a:pt x="241173" y="129159"/>
                  </a:lnTo>
                  <a:lnTo>
                    <a:pt x="240792" y="123444"/>
                  </a:lnTo>
                  <a:lnTo>
                    <a:pt x="240030" y="119634"/>
                  </a:lnTo>
                  <a:lnTo>
                    <a:pt x="238887" y="116586"/>
                  </a:lnTo>
                  <a:lnTo>
                    <a:pt x="236982" y="113411"/>
                  </a:lnTo>
                  <a:lnTo>
                    <a:pt x="294767" y="43700"/>
                  </a:lnTo>
                  <a:lnTo>
                    <a:pt x="297053" y="44831"/>
                  </a:lnTo>
                  <a:lnTo>
                    <a:pt x="299720" y="45593"/>
                  </a:lnTo>
                  <a:lnTo>
                    <a:pt x="302006" y="45986"/>
                  </a:lnTo>
                  <a:lnTo>
                    <a:pt x="306959" y="45986"/>
                  </a:lnTo>
                  <a:lnTo>
                    <a:pt x="311658" y="45224"/>
                  </a:lnTo>
                  <a:lnTo>
                    <a:pt x="315849" y="43307"/>
                  </a:lnTo>
                  <a:lnTo>
                    <a:pt x="317754" y="42176"/>
                  </a:lnTo>
                  <a:lnTo>
                    <a:pt x="319278" y="40640"/>
                  </a:lnTo>
                  <a:lnTo>
                    <a:pt x="321183" y="39497"/>
                  </a:lnTo>
                  <a:lnTo>
                    <a:pt x="322707" y="37973"/>
                  </a:lnTo>
                  <a:lnTo>
                    <a:pt x="324993" y="34175"/>
                  </a:lnTo>
                  <a:lnTo>
                    <a:pt x="325755" y="32258"/>
                  </a:lnTo>
                  <a:lnTo>
                    <a:pt x="326898" y="30238"/>
                  </a:lnTo>
                  <a:lnTo>
                    <a:pt x="327660" y="25654"/>
                  </a:lnTo>
                  <a:lnTo>
                    <a:pt x="327660" y="20713"/>
                  </a:lnTo>
                  <a:close/>
                </a:path>
                <a:path w="347979" h="347979">
                  <a:moveTo>
                    <a:pt x="347472" y="341630"/>
                  </a:moveTo>
                  <a:lnTo>
                    <a:pt x="346329" y="338582"/>
                  </a:lnTo>
                  <a:lnTo>
                    <a:pt x="343662" y="336296"/>
                  </a:lnTo>
                  <a:lnTo>
                    <a:pt x="342519" y="335915"/>
                  </a:lnTo>
                  <a:lnTo>
                    <a:pt x="341757" y="335915"/>
                  </a:lnTo>
                  <a:lnTo>
                    <a:pt x="323977" y="335915"/>
                  </a:lnTo>
                  <a:lnTo>
                    <a:pt x="323977" y="118999"/>
                  </a:lnTo>
                  <a:lnTo>
                    <a:pt x="323215" y="116967"/>
                  </a:lnTo>
                  <a:lnTo>
                    <a:pt x="321310" y="115443"/>
                  </a:lnTo>
                  <a:lnTo>
                    <a:pt x="319405" y="114681"/>
                  </a:lnTo>
                  <a:lnTo>
                    <a:pt x="272161" y="114300"/>
                  </a:lnTo>
                  <a:lnTo>
                    <a:pt x="268732" y="115443"/>
                  </a:lnTo>
                  <a:lnTo>
                    <a:pt x="267081" y="116967"/>
                  </a:lnTo>
                  <a:lnTo>
                    <a:pt x="266319" y="118999"/>
                  </a:lnTo>
                  <a:lnTo>
                    <a:pt x="266319" y="335915"/>
                  </a:lnTo>
                  <a:lnTo>
                    <a:pt x="242951" y="335915"/>
                  </a:lnTo>
                  <a:lnTo>
                    <a:pt x="242951" y="223901"/>
                  </a:lnTo>
                  <a:lnTo>
                    <a:pt x="242189" y="221615"/>
                  </a:lnTo>
                  <a:lnTo>
                    <a:pt x="241427" y="220853"/>
                  </a:lnTo>
                  <a:lnTo>
                    <a:pt x="238633" y="219329"/>
                  </a:lnTo>
                  <a:lnTo>
                    <a:pt x="189865" y="219329"/>
                  </a:lnTo>
                  <a:lnTo>
                    <a:pt x="188722" y="219710"/>
                  </a:lnTo>
                  <a:lnTo>
                    <a:pt x="187960" y="220472"/>
                  </a:lnTo>
                  <a:lnTo>
                    <a:pt x="186055" y="221615"/>
                  </a:lnTo>
                  <a:lnTo>
                    <a:pt x="185293" y="223901"/>
                  </a:lnTo>
                  <a:lnTo>
                    <a:pt x="185293" y="335915"/>
                  </a:lnTo>
                  <a:lnTo>
                    <a:pt x="161798" y="335915"/>
                  </a:lnTo>
                  <a:lnTo>
                    <a:pt x="161798" y="189103"/>
                  </a:lnTo>
                  <a:lnTo>
                    <a:pt x="161036" y="186690"/>
                  </a:lnTo>
                  <a:lnTo>
                    <a:pt x="159512" y="185166"/>
                  </a:lnTo>
                  <a:lnTo>
                    <a:pt x="157226" y="184404"/>
                  </a:lnTo>
                  <a:lnTo>
                    <a:pt x="108839" y="184404"/>
                  </a:lnTo>
                  <a:lnTo>
                    <a:pt x="106426" y="185166"/>
                  </a:lnTo>
                  <a:lnTo>
                    <a:pt x="104902" y="186690"/>
                  </a:lnTo>
                  <a:lnTo>
                    <a:pt x="104140" y="189103"/>
                  </a:lnTo>
                  <a:lnTo>
                    <a:pt x="104140" y="335915"/>
                  </a:lnTo>
                  <a:lnTo>
                    <a:pt x="81153" y="335915"/>
                  </a:lnTo>
                  <a:lnTo>
                    <a:pt x="81153" y="270764"/>
                  </a:lnTo>
                  <a:lnTo>
                    <a:pt x="80391" y="268859"/>
                  </a:lnTo>
                  <a:lnTo>
                    <a:pt x="78740" y="266954"/>
                  </a:lnTo>
                  <a:lnTo>
                    <a:pt x="75311" y="265684"/>
                  </a:lnTo>
                  <a:lnTo>
                    <a:pt x="29210" y="265684"/>
                  </a:lnTo>
                  <a:lnTo>
                    <a:pt x="28067" y="266192"/>
                  </a:lnTo>
                  <a:lnTo>
                    <a:pt x="26543" y="266192"/>
                  </a:lnTo>
                  <a:lnTo>
                    <a:pt x="25019" y="267716"/>
                  </a:lnTo>
                  <a:lnTo>
                    <a:pt x="23876" y="269621"/>
                  </a:lnTo>
                  <a:lnTo>
                    <a:pt x="23495" y="270764"/>
                  </a:lnTo>
                  <a:lnTo>
                    <a:pt x="23495" y="335915"/>
                  </a:lnTo>
                  <a:lnTo>
                    <a:pt x="4953" y="335915"/>
                  </a:lnTo>
                  <a:lnTo>
                    <a:pt x="3429" y="336296"/>
                  </a:lnTo>
                  <a:lnTo>
                    <a:pt x="1143" y="338582"/>
                  </a:lnTo>
                  <a:lnTo>
                    <a:pt x="0" y="341630"/>
                  </a:lnTo>
                  <a:lnTo>
                    <a:pt x="1143" y="345186"/>
                  </a:lnTo>
                  <a:lnTo>
                    <a:pt x="2667" y="346710"/>
                  </a:lnTo>
                  <a:lnTo>
                    <a:pt x="4953" y="347472"/>
                  </a:lnTo>
                  <a:lnTo>
                    <a:pt x="342519" y="347472"/>
                  </a:lnTo>
                  <a:lnTo>
                    <a:pt x="344424" y="346710"/>
                  </a:lnTo>
                  <a:lnTo>
                    <a:pt x="346329" y="345186"/>
                  </a:lnTo>
                  <a:lnTo>
                    <a:pt x="347472" y="341630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750007" y="4829575"/>
            <a:ext cx="137858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Segoe UI Light"/>
                <a:cs typeface="Segoe UI Light"/>
              </a:rPr>
              <a:t>4.</a:t>
            </a:r>
            <a:r>
              <a:rPr sz="1600" b="1" spc="-10" dirty="0">
                <a:latin typeface="Segoe UI Light"/>
                <a:cs typeface="Segoe UI Light"/>
              </a:rPr>
              <a:t> DASHBOARD</a:t>
            </a:r>
            <a:endParaRPr sz="1600" b="1" dirty="0">
              <a:latin typeface="Segoe UI Light"/>
              <a:cs typeface="Segoe UI Ligh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464761" y="4497547"/>
            <a:ext cx="940435" cy="940435"/>
            <a:chOff x="4442459" y="5055108"/>
            <a:chExt cx="940435" cy="940435"/>
          </a:xfrm>
          <a:solidFill>
            <a:schemeClr val="bg1"/>
          </a:solidFill>
        </p:grpSpPr>
        <p:sp>
          <p:nvSpPr>
            <p:cNvPr id="37" name="object 37"/>
            <p:cNvSpPr/>
            <p:nvPr/>
          </p:nvSpPr>
          <p:spPr>
            <a:xfrm>
              <a:off x="4442459" y="5055108"/>
              <a:ext cx="940435" cy="940435"/>
            </a:xfrm>
            <a:custGeom>
              <a:avLst/>
              <a:gdLst/>
              <a:ahLst/>
              <a:cxnLst/>
              <a:rect l="l" t="t" r="r" b="b"/>
              <a:pathLst>
                <a:path w="940435" h="940435">
                  <a:moveTo>
                    <a:pt x="470153" y="0"/>
                  </a:moveTo>
                  <a:lnTo>
                    <a:pt x="422074" y="2426"/>
                  </a:lnTo>
                  <a:lnTo>
                    <a:pt x="375385" y="9549"/>
                  </a:lnTo>
                  <a:lnTo>
                    <a:pt x="330323" y="21132"/>
                  </a:lnTo>
                  <a:lnTo>
                    <a:pt x="287125" y="36939"/>
                  </a:lnTo>
                  <a:lnTo>
                    <a:pt x="246025" y="56733"/>
                  </a:lnTo>
                  <a:lnTo>
                    <a:pt x="207261" y="80280"/>
                  </a:lnTo>
                  <a:lnTo>
                    <a:pt x="171069" y="107342"/>
                  </a:lnTo>
                  <a:lnTo>
                    <a:pt x="137683" y="137683"/>
                  </a:lnTo>
                  <a:lnTo>
                    <a:pt x="107342" y="171069"/>
                  </a:lnTo>
                  <a:lnTo>
                    <a:pt x="80280" y="207261"/>
                  </a:lnTo>
                  <a:lnTo>
                    <a:pt x="56733" y="246025"/>
                  </a:lnTo>
                  <a:lnTo>
                    <a:pt x="36939" y="287125"/>
                  </a:lnTo>
                  <a:lnTo>
                    <a:pt x="21132" y="330323"/>
                  </a:lnTo>
                  <a:lnTo>
                    <a:pt x="9549" y="375385"/>
                  </a:lnTo>
                  <a:lnTo>
                    <a:pt x="2426" y="422074"/>
                  </a:lnTo>
                  <a:lnTo>
                    <a:pt x="0" y="470154"/>
                  </a:lnTo>
                  <a:lnTo>
                    <a:pt x="2426" y="518225"/>
                  </a:lnTo>
                  <a:lnTo>
                    <a:pt x="9549" y="564907"/>
                  </a:lnTo>
                  <a:lnTo>
                    <a:pt x="21132" y="609965"/>
                  </a:lnTo>
                  <a:lnTo>
                    <a:pt x="36939" y="653161"/>
                  </a:lnTo>
                  <a:lnTo>
                    <a:pt x="56733" y="694259"/>
                  </a:lnTo>
                  <a:lnTo>
                    <a:pt x="80280" y="733023"/>
                  </a:lnTo>
                  <a:lnTo>
                    <a:pt x="107342" y="769217"/>
                  </a:lnTo>
                  <a:lnTo>
                    <a:pt x="137683" y="802605"/>
                  </a:lnTo>
                  <a:lnTo>
                    <a:pt x="171069" y="832949"/>
                  </a:lnTo>
                  <a:lnTo>
                    <a:pt x="207261" y="860014"/>
                  </a:lnTo>
                  <a:lnTo>
                    <a:pt x="246025" y="883564"/>
                  </a:lnTo>
                  <a:lnTo>
                    <a:pt x="287125" y="903361"/>
                  </a:lnTo>
                  <a:lnTo>
                    <a:pt x="330323" y="919171"/>
                  </a:lnTo>
                  <a:lnTo>
                    <a:pt x="375385" y="930756"/>
                  </a:lnTo>
                  <a:lnTo>
                    <a:pt x="422074" y="937880"/>
                  </a:lnTo>
                  <a:lnTo>
                    <a:pt x="470153" y="940308"/>
                  </a:lnTo>
                  <a:lnTo>
                    <a:pt x="518233" y="937880"/>
                  </a:lnTo>
                  <a:lnTo>
                    <a:pt x="564922" y="930756"/>
                  </a:lnTo>
                  <a:lnTo>
                    <a:pt x="609984" y="919171"/>
                  </a:lnTo>
                  <a:lnTo>
                    <a:pt x="653182" y="903361"/>
                  </a:lnTo>
                  <a:lnTo>
                    <a:pt x="694282" y="883564"/>
                  </a:lnTo>
                  <a:lnTo>
                    <a:pt x="733046" y="860014"/>
                  </a:lnTo>
                  <a:lnTo>
                    <a:pt x="769238" y="832949"/>
                  </a:lnTo>
                  <a:lnTo>
                    <a:pt x="802624" y="802605"/>
                  </a:lnTo>
                  <a:lnTo>
                    <a:pt x="832965" y="769217"/>
                  </a:lnTo>
                  <a:lnTo>
                    <a:pt x="860027" y="733023"/>
                  </a:lnTo>
                  <a:lnTo>
                    <a:pt x="883574" y="694259"/>
                  </a:lnTo>
                  <a:lnTo>
                    <a:pt x="903368" y="653161"/>
                  </a:lnTo>
                  <a:lnTo>
                    <a:pt x="919175" y="609965"/>
                  </a:lnTo>
                  <a:lnTo>
                    <a:pt x="930758" y="564907"/>
                  </a:lnTo>
                  <a:lnTo>
                    <a:pt x="937881" y="518225"/>
                  </a:lnTo>
                  <a:lnTo>
                    <a:pt x="940307" y="470154"/>
                  </a:lnTo>
                  <a:lnTo>
                    <a:pt x="937881" y="422074"/>
                  </a:lnTo>
                  <a:lnTo>
                    <a:pt x="930758" y="375385"/>
                  </a:lnTo>
                  <a:lnTo>
                    <a:pt x="919175" y="330323"/>
                  </a:lnTo>
                  <a:lnTo>
                    <a:pt x="903368" y="287125"/>
                  </a:lnTo>
                  <a:lnTo>
                    <a:pt x="883574" y="246025"/>
                  </a:lnTo>
                  <a:lnTo>
                    <a:pt x="860027" y="207261"/>
                  </a:lnTo>
                  <a:lnTo>
                    <a:pt x="832965" y="171069"/>
                  </a:lnTo>
                  <a:lnTo>
                    <a:pt x="802624" y="137683"/>
                  </a:lnTo>
                  <a:lnTo>
                    <a:pt x="769238" y="107342"/>
                  </a:lnTo>
                  <a:lnTo>
                    <a:pt x="733046" y="80280"/>
                  </a:lnTo>
                  <a:lnTo>
                    <a:pt x="694282" y="56733"/>
                  </a:lnTo>
                  <a:lnTo>
                    <a:pt x="653182" y="36939"/>
                  </a:lnTo>
                  <a:lnTo>
                    <a:pt x="609984" y="21132"/>
                  </a:lnTo>
                  <a:lnTo>
                    <a:pt x="564922" y="9549"/>
                  </a:lnTo>
                  <a:lnTo>
                    <a:pt x="518233" y="2426"/>
                  </a:lnTo>
                  <a:lnTo>
                    <a:pt x="470153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8" name="object 38"/>
            <p:cNvSpPr/>
            <p:nvPr/>
          </p:nvSpPr>
          <p:spPr>
            <a:xfrm>
              <a:off x="4796658" y="5373807"/>
              <a:ext cx="274320" cy="360045"/>
            </a:xfrm>
            <a:custGeom>
              <a:avLst/>
              <a:gdLst/>
              <a:ahLst/>
              <a:cxnLst/>
              <a:rect l="l" t="t" r="r" b="b"/>
              <a:pathLst>
                <a:path w="274320" h="360045">
                  <a:moveTo>
                    <a:pt x="175133" y="0"/>
                  </a:moveTo>
                  <a:lnTo>
                    <a:pt x="5969" y="0"/>
                  </a:lnTo>
                  <a:lnTo>
                    <a:pt x="3429" y="508"/>
                  </a:lnTo>
                  <a:lnTo>
                    <a:pt x="1524" y="1524"/>
                  </a:lnTo>
                  <a:lnTo>
                    <a:pt x="508" y="3429"/>
                  </a:lnTo>
                  <a:lnTo>
                    <a:pt x="0" y="5461"/>
                  </a:lnTo>
                  <a:lnTo>
                    <a:pt x="0" y="353682"/>
                  </a:lnTo>
                  <a:lnTo>
                    <a:pt x="508" y="356171"/>
                  </a:lnTo>
                  <a:lnTo>
                    <a:pt x="1524" y="358165"/>
                  </a:lnTo>
                  <a:lnTo>
                    <a:pt x="3429" y="359168"/>
                  </a:lnTo>
                  <a:lnTo>
                    <a:pt x="5969" y="359664"/>
                  </a:lnTo>
                  <a:lnTo>
                    <a:pt x="268351" y="359664"/>
                  </a:lnTo>
                  <a:lnTo>
                    <a:pt x="270891" y="359168"/>
                  </a:lnTo>
                  <a:lnTo>
                    <a:pt x="272796" y="358165"/>
                  </a:lnTo>
                  <a:lnTo>
                    <a:pt x="273812" y="356171"/>
                  </a:lnTo>
                  <a:lnTo>
                    <a:pt x="274320" y="353682"/>
                  </a:lnTo>
                  <a:lnTo>
                    <a:pt x="274320" y="299885"/>
                  </a:lnTo>
                  <a:lnTo>
                    <a:pt x="53594" y="299885"/>
                  </a:lnTo>
                  <a:lnTo>
                    <a:pt x="51562" y="299389"/>
                  </a:lnTo>
                  <a:lnTo>
                    <a:pt x="49149" y="298386"/>
                  </a:lnTo>
                  <a:lnTo>
                    <a:pt x="47625" y="296392"/>
                  </a:lnTo>
                  <a:lnTo>
                    <a:pt x="47117" y="293903"/>
                  </a:lnTo>
                  <a:lnTo>
                    <a:pt x="47117" y="120015"/>
                  </a:lnTo>
                  <a:lnTo>
                    <a:pt x="47625" y="117602"/>
                  </a:lnTo>
                  <a:lnTo>
                    <a:pt x="49149" y="115570"/>
                  </a:lnTo>
                  <a:lnTo>
                    <a:pt x="51562" y="114554"/>
                  </a:lnTo>
                  <a:lnTo>
                    <a:pt x="53594" y="114046"/>
                  </a:lnTo>
                  <a:lnTo>
                    <a:pt x="274320" y="114046"/>
                  </a:lnTo>
                  <a:lnTo>
                    <a:pt x="274320" y="101600"/>
                  </a:lnTo>
                  <a:lnTo>
                    <a:pt x="172593" y="101600"/>
                  </a:lnTo>
                  <a:lnTo>
                    <a:pt x="172593" y="5461"/>
                  </a:lnTo>
                  <a:lnTo>
                    <a:pt x="180959" y="5461"/>
                  </a:lnTo>
                  <a:lnTo>
                    <a:pt x="177037" y="1524"/>
                  </a:lnTo>
                  <a:lnTo>
                    <a:pt x="175133" y="0"/>
                  </a:lnTo>
                  <a:close/>
                </a:path>
                <a:path w="274320" h="360045">
                  <a:moveTo>
                    <a:pt x="118618" y="195834"/>
                  </a:moveTo>
                  <a:lnTo>
                    <a:pt x="59562" y="249047"/>
                  </a:lnTo>
                  <a:lnTo>
                    <a:pt x="59562" y="287426"/>
                  </a:lnTo>
                  <a:lnTo>
                    <a:pt x="223266" y="287426"/>
                  </a:lnTo>
                  <a:lnTo>
                    <a:pt x="225679" y="287934"/>
                  </a:lnTo>
                  <a:lnTo>
                    <a:pt x="227203" y="289420"/>
                  </a:lnTo>
                  <a:lnTo>
                    <a:pt x="228727" y="291414"/>
                  </a:lnTo>
                  <a:lnTo>
                    <a:pt x="229235" y="293903"/>
                  </a:lnTo>
                  <a:lnTo>
                    <a:pt x="228727" y="296392"/>
                  </a:lnTo>
                  <a:lnTo>
                    <a:pt x="227203" y="298386"/>
                  </a:lnTo>
                  <a:lnTo>
                    <a:pt x="225679" y="299389"/>
                  </a:lnTo>
                  <a:lnTo>
                    <a:pt x="223266" y="299885"/>
                  </a:lnTo>
                  <a:lnTo>
                    <a:pt x="274320" y="299885"/>
                  </a:lnTo>
                  <a:lnTo>
                    <a:pt x="274320" y="223647"/>
                  </a:lnTo>
                  <a:lnTo>
                    <a:pt x="161671" y="223647"/>
                  </a:lnTo>
                  <a:lnTo>
                    <a:pt x="159766" y="223139"/>
                  </a:lnTo>
                  <a:lnTo>
                    <a:pt x="118618" y="195834"/>
                  </a:lnTo>
                  <a:close/>
                </a:path>
                <a:path w="274320" h="360045">
                  <a:moveTo>
                    <a:pt x="274320" y="114046"/>
                  </a:moveTo>
                  <a:lnTo>
                    <a:pt x="53594" y="114046"/>
                  </a:lnTo>
                  <a:lnTo>
                    <a:pt x="56007" y="114554"/>
                  </a:lnTo>
                  <a:lnTo>
                    <a:pt x="58039" y="115570"/>
                  </a:lnTo>
                  <a:lnTo>
                    <a:pt x="59055" y="117602"/>
                  </a:lnTo>
                  <a:lnTo>
                    <a:pt x="59562" y="120015"/>
                  </a:lnTo>
                  <a:lnTo>
                    <a:pt x="59562" y="232664"/>
                  </a:lnTo>
                  <a:lnTo>
                    <a:pt x="115570" y="181864"/>
                  </a:lnTo>
                  <a:lnTo>
                    <a:pt x="117602" y="181356"/>
                  </a:lnTo>
                  <a:lnTo>
                    <a:pt x="188930" y="181356"/>
                  </a:lnTo>
                  <a:lnTo>
                    <a:pt x="216281" y="152400"/>
                  </a:lnTo>
                  <a:lnTo>
                    <a:pt x="218312" y="150876"/>
                  </a:lnTo>
                  <a:lnTo>
                    <a:pt x="220726" y="149987"/>
                  </a:lnTo>
                  <a:lnTo>
                    <a:pt x="274320" y="149987"/>
                  </a:lnTo>
                  <a:lnTo>
                    <a:pt x="274320" y="114046"/>
                  </a:lnTo>
                  <a:close/>
                </a:path>
                <a:path w="274320" h="360045">
                  <a:moveTo>
                    <a:pt x="274320" y="149987"/>
                  </a:moveTo>
                  <a:lnTo>
                    <a:pt x="221742" y="149987"/>
                  </a:lnTo>
                  <a:lnTo>
                    <a:pt x="222758" y="150495"/>
                  </a:lnTo>
                  <a:lnTo>
                    <a:pt x="223774" y="150876"/>
                  </a:lnTo>
                  <a:lnTo>
                    <a:pt x="224662" y="151384"/>
                  </a:lnTo>
                  <a:lnTo>
                    <a:pt x="226187" y="153416"/>
                  </a:lnTo>
                  <a:lnTo>
                    <a:pt x="226695" y="155956"/>
                  </a:lnTo>
                  <a:lnTo>
                    <a:pt x="226187" y="157861"/>
                  </a:lnTo>
                  <a:lnTo>
                    <a:pt x="225171" y="159893"/>
                  </a:lnTo>
                  <a:lnTo>
                    <a:pt x="167640" y="222123"/>
                  </a:lnTo>
                  <a:lnTo>
                    <a:pt x="165735" y="223139"/>
                  </a:lnTo>
                  <a:lnTo>
                    <a:pt x="163703" y="223647"/>
                  </a:lnTo>
                  <a:lnTo>
                    <a:pt x="274320" y="223647"/>
                  </a:lnTo>
                  <a:lnTo>
                    <a:pt x="274320" y="149987"/>
                  </a:lnTo>
                  <a:close/>
                </a:path>
                <a:path w="274320" h="360045">
                  <a:moveTo>
                    <a:pt x="188930" y="181356"/>
                  </a:moveTo>
                  <a:lnTo>
                    <a:pt x="117602" y="181356"/>
                  </a:lnTo>
                  <a:lnTo>
                    <a:pt x="119507" y="181864"/>
                  </a:lnTo>
                  <a:lnTo>
                    <a:pt x="121031" y="182880"/>
                  </a:lnTo>
                  <a:lnTo>
                    <a:pt x="162179" y="209677"/>
                  </a:lnTo>
                  <a:lnTo>
                    <a:pt x="188930" y="181356"/>
                  </a:lnTo>
                  <a:close/>
                </a:path>
                <a:path w="274320" h="360045">
                  <a:moveTo>
                    <a:pt x="180959" y="5461"/>
                  </a:moveTo>
                  <a:lnTo>
                    <a:pt x="172593" y="5461"/>
                  </a:lnTo>
                  <a:lnTo>
                    <a:pt x="268351" y="101600"/>
                  </a:lnTo>
                  <a:lnTo>
                    <a:pt x="274320" y="101600"/>
                  </a:lnTo>
                  <a:lnTo>
                    <a:pt x="273812" y="99568"/>
                  </a:lnTo>
                  <a:lnTo>
                    <a:pt x="272796" y="97663"/>
                  </a:lnTo>
                  <a:lnTo>
                    <a:pt x="180959" y="5461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181512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8" grpId="0" animBg="1"/>
      <p:bldP spid="9" grpId="0"/>
      <p:bldP spid="10" grpId="0" animBg="1"/>
      <p:bldP spid="14" grpId="0"/>
      <p:bldP spid="15" grpId="0" animBg="1"/>
      <p:bldP spid="19" grpId="0"/>
      <p:bldP spid="20" grpId="0" animBg="1"/>
      <p:bldP spid="24" grpId="0"/>
      <p:bldP spid="25" grpId="0" animBg="1"/>
      <p:bldP spid="30" grpId="0"/>
      <p:bldP spid="31" grpId="0" animBg="1"/>
      <p:bldP spid="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68056" y="484631"/>
            <a:ext cx="4124325" cy="76200"/>
          </a:xfrm>
          <a:custGeom>
            <a:avLst/>
            <a:gdLst/>
            <a:ahLst/>
            <a:cxnLst/>
            <a:rect l="l" t="t" r="r" b="b"/>
            <a:pathLst>
              <a:path w="4124325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4124325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4124325" h="76200">
                <a:moveTo>
                  <a:pt x="4124325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4124325" y="44450"/>
                </a:lnTo>
                <a:lnTo>
                  <a:pt x="4124325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61221" y="271451"/>
            <a:ext cx="466994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2800" spc="50" dirty="0">
                <a:latin typeface="Arial" panose="020B0604020202020204" pitchFamily="34" charset="0"/>
                <a:cs typeface="Arial" panose="020B0604020202020204" pitchFamily="34" charset="0"/>
              </a:rPr>
              <a:t>Company</a:t>
            </a:r>
            <a:r>
              <a:rPr sz="28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35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484631"/>
            <a:ext cx="4124325" cy="76200"/>
          </a:xfrm>
          <a:custGeom>
            <a:avLst/>
            <a:gdLst/>
            <a:ahLst/>
            <a:cxnLst/>
            <a:rect l="l" t="t" r="r" b="b"/>
            <a:pathLst>
              <a:path w="4124325" h="76200">
                <a:moveTo>
                  <a:pt x="4086225" y="0"/>
                </a:moveTo>
                <a:lnTo>
                  <a:pt x="4071377" y="2988"/>
                </a:lnTo>
                <a:lnTo>
                  <a:pt x="4059269" y="11144"/>
                </a:lnTo>
                <a:lnTo>
                  <a:pt x="4051113" y="23252"/>
                </a:lnTo>
                <a:lnTo>
                  <a:pt x="4048125" y="38100"/>
                </a:lnTo>
                <a:lnTo>
                  <a:pt x="4051113" y="52947"/>
                </a:lnTo>
                <a:lnTo>
                  <a:pt x="4059269" y="65055"/>
                </a:lnTo>
                <a:lnTo>
                  <a:pt x="4071377" y="73211"/>
                </a:lnTo>
                <a:lnTo>
                  <a:pt x="4086225" y="76200"/>
                </a:lnTo>
                <a:lnTo>
                  <a:pt x="4101072" y="73211"/>
                </a:lnTo>
                <a:lnTo>
                  <a:pt x="4113180" y="65055"/>
                </a:lnTo>
                <a:lnTo>
                  <a:pt x="4121336" y="52947"/>
                </a:lnTo>
                <a:lnTo>
                  <a:pt x="4123046" y="44450"/>
                </a:lnTo>
                <a:lnTo>
                  <a:pt x="4086225" y="44450"/>
                </a:lnTo>
                <a:lnTo>
                  <a:pt x="4086225" y="31750"/>
                </a:lnTo>
                <a:lnTo>
                  <a:pt x="4123046" y="31750"/>
                </a:lnTo>
                <a:lnTo>
                  <a:pt x="4121336" y="23252"/>
                </a:lnTo>
                <a:lnTo>
                  <a:pt x="4113180" y="11144"/>
                </a:lnTo>
                <a:lnTo>
                  <a:pt x="4101072" y="2988"/>
                </a:lnTo>
                <a:lnTo>
                  <a:pt x="4086225" y="0"/>
                </a:lnTo>
                <a:close/>
              </a:path>
              <a:path w="4124325" h="76200">
                <a:moveTo>
                  <a:pt x="4049403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049403" y="44450"/>
                </a:lnTo>
                <a:lnTo>
                  <a:pt x="4048125" y="38100"/>
                </a:lnTo>
                <a:lnTo>
                  <a:pt x="4049403" y="31750"/>
                </a:lnTo>
                <a:close/>
              </a:path>
              <a:path w="4124325" h="76200">
                <a:moveTo>
                  <a:pt x="4123046" y="31750"/>
                </a:moveTo>
                <a:lnTo>
                  <a:pt x="4086225" y="31750"/>
                </a:lnTo>
                <a:lnTo>
                  <a:pt x="4086225" y="44450"/>
                </a:lnTo>
                <a:lnTo>
                  <a:pt x="4123046" y="44450"/>
                </a:lnTo>
                <a:lnTo>
                  <a:pt x="4124325" y="38100"/>
                </a:lnTo>
                <a:lnTo>
                  <a:pt x="4123046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493031" y="1038104"/>
            <a:ext cx="2169160" cy="4378960"/>
          </a:xfrm>
          <a:custGeom>
            <a:avLst/>
            <a:gdLst/>
            <a:ahLst/>
            <a:cxnLst/>
            <a:rect l="l" t="t" r="r" b="b"/>
            <a:pathLst>
              <a:path w="2169160" h="4378960">
                <a:moveTo>
                  <a:pt x="0" y="0"/>
                </a:moveTo>
                <a:lnTo>
                  <a:pt x="0" y="4378452"/>
                </a:lnTo>
                <a:lnTo>
                  <a:pt x="2168652" y="3836289"/>
                </a:lnTo>
                <a:lnTo>
                  <a:pt x="2168652" y="542163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2783603" y="1079251"/>
            <a:ext cx="2045335" cy="4337685"/>
          </a:xfrm>
          <a:custGeom>
            <a:avLst/>
            <a:gdLst/>
            <a:ahLst/>
            <a:cxnLst/>
            <a:rect l="l" t="t" r="r" b="b"/>
            <a:pathLst>
              <a:path w="2045335" h="4337685">
                <a:moveTo>
                  <a:pt x="0" y="0"/>
                </a:moveTo>
                <a:lnTo>
                  <a:pt x="0" y="4337304"/>
                </a:lnTo>
                <a:lnTo>
                  <a:pt x="2045208" y="3826002"/>
                </a:lnTo>
                <a:lnTo>
                  <a:pt x="2045208" y="511301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4950732" y="1079251"/>
            <a:ext cx="2045335" cy="4337685"/>
          </a:xfrm>
          <a:custGeom>
            <a:avLst/>
            <a:gdLst/>
            <a:ahLst/>
            <a:cxnLst/>
            <a:rect l="l" t="t" r="r" b="b"/>
            <a:pathLst>
              <a:path w="2045334" h="4337685">
                <a:moveTo>
                  <a:pt x="0" y="0"/>
                </a:moveTo>
                <a:lnTo>
                  <a:pt x="0" y="4337304"/>
                </a:lnTo>
                <a:lnTo>
                  <a:pt x="2045207" y="3826002"/>
                </a:lnTo>
                <a:lnTo>
                  <a:pt x="2045207" y="511301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7117859" y="1038104"/>
            <a:ext cx="2045335" cy="4335780"/>
          </a:xfrm>
          <a:custGeom>
            <a:avLst/>
            <a:gdLst/>
            <a:ahLst/>
            <a:cxnLst/>
            <a:rect l="l" t="t" r="r" b="b"/>
            <a:pathLst>
              <a:path w="2045334" h="4335780">
                <a:moveTo>
                  <a:pt x="0" y="0"/>
                </a:moveTo>
                <a:lnTo>
                  <a:pt x="0" y="4335780"/>
                </a:lnTo>
                <a:lnTo>
                  <a:pt x="2045207" y="3824478"/>
                </a:lnTo>
                <a:lnTo>
                  <a:pt x="2045207" y="511301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9286512" y="1079251"/>
            <a:ext cx="2045335" cy="4337685"/>
          </a:xfrm>
          <a:custGeom>
            <a:avLst/>
            <a:gdLst/>
            <a:ahLst/>
            <a:cxnLst/>
            <a:rect l="l" t="t" r="r" b="b"/>
            <a:pathLst>
              <a:path w="2045334" h="4337685">
                <a:moveTo>
                  <a:pt x="0" y="0"/>
                </a:moveTo>
                <a:lnTo>
                  <a:pt x="0" y="4337304"/>
                </a:lnTo>
                <a:lnTo>
                  <a:pt x="2045207" y="3826002"/>
                </a:lnTo>
                <a:lnTo>
                  <a:pt x="2045207" y="511301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1175021" y="2341893"/>
            <a:ext cx="94488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1600" b="1" spc="-30" dirty="0">
                <a:solidFill>
                  <a:srgbClr val="FFFFFF"/>
                </a:solidFill>
                <a:latin typeface="Segoe UI Light"/>
                <a:cs typeface="Segoe UI Light"/>
              </a:rPr>
              <a:t>COMPANY</a:t>
            </a:r>
            <a:endParaRPr sz="1600" b="1" dirty="0">
              <a:latin typeface="Segoe UI Light"/>
              <a:cs typeface="Segoe UI 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29844" y="2411563"/>
            <a:ext cx="1300733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1600" b="1" spc="-30" dirty="0">
                <a:latin typeface="Segoe UI Light"/>
                <a:cs typeface="Segoe UI Light"/>
              </a:rPr>
              <a:t>COUNTRIES</a:t>
            </a:r>
            <a:endParaRPr sz="1600" b="1" spc="-30" dirty="0">
              <a:latin typeface="Segoe UI Light"/>
              <a:cs typeface="Segoe UI 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63151" y="2422277"/>
            <a:ext cx="41973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solidFill>
                  <a:srgbClr val="FFFFFF"/>
                </a:solidFill>
                <a:latin typeface="Segoe UI Light"/>
                <a:cs typeface="Segoe UI Light"/>
              </a:rPr>
              <a:t>CITY</a:t>
            </a:r>
            <a:endParaRPr sz="1600" b="1" dirty="0">
              <a:latin typeface="Segoe UI Light"/>
              <a:cs typeface="Segoe UI Ligh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11763" y="2422277"/>
            <a:ext cx="105727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745" marR="5080" indent="-233679" algn="ctr">
              <a:lnSpc>
                <a:spcPct val="100000"/>
              </a:lnSpc>
              <a:spcBef>
                <a:spcPts val="95"/>
              </a:spcBef>
            </a:pPr>
            <a:r>
              <a:rPr lang="en-US" sz="1600" b="1" spc="-25" dirty="0" smtClean="0">
                <a:latin typeface="Segoe UI Light"/>
                <a:cs typeface="Segoe UI Light"/>
              </a:rPr>
              <a:t>CUISINES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764286" y="2422277"/>
            <a:ext cx="108839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03505" algn="ctr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Segoe UI Light"/>
                <a:cs typeface="Segoe UI Light"/>
              </a:rPr>
              <a:t>BOOKING </a:t>
            </a:r>
            <a:r>
              <a:rPr sz="1600" b="1" spc="-20" dirty="0">
                <a:solidFill>
                  <a:srgbClr val="FFFFFF"/>
                </a:solidFill>
                <a:latin typeface="Segoe UI Light"/>
                <a:cs typeface="Segoe UI Light"/>
              </a:rPr>
              <a:t>PLATFORMS</a:t>
            </a:r>
            <a:endParaRPr sz="1600" b="1" dirty="0">
              <a:latin typeface="Segoe UI Light"/>
              <a:cs typeface="Segoe UI 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5284" y="2703706"/>
            <a:ext cx="1864510" cy="2383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lang="en-US" sz="1400" b="1" dirty="0">
                <a:solidFill>
                  <a:srgbClr val="FFFFFF"/>
                </a:solidFill>
                <a:latin typeface="Segoe UI Light"/>
                <a:cs typeface="Segoe UI Light"/>
              </a:rPr>
              <a:t>Zomato is an Indian multinational platform that provides food delivery, restaurant discovery, and dining services. It connects customers, restaurants, and delivery partners across multiple countries through its app and website.</a:t>
            </a:r>
            <a:endParaRPr sz="1400" b="1" dirty="0">
              <a:solidFill>
                <a:srgbClr val="FFFFFF"/>
              </a:solidFill>
              <a:latin typeface="Segoe UI Light"/>
              <a:cs typeface="Segoe UI Ligh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78141" y="2945618"/>
            <a:ext cx="1012825" cy="15370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3100"/>
              </a:lnSpc>
              <a:spcBef>
                <a:spcPts val="95"/>
              </a:spcBef>
            </a:pPr>
            <a:r>
              <a:rPr lang="en-US" sz="1400" b="1" dirty="0">
                <a:latin typeface="Segoe UI Light"/>
                <a:cs typeface="Segoe UI Light"/>
              </a:rPr>
              <a:t>Australia</a:t>
            </a:r>
          </a:p>
          <a:p>
            <a:pPr marL="12700" marR="5080" algn="ctr">
              <a:lnSpc>
                <a:spcPct val="113100"/>
              </a:lnSpc>
              <a:spcBef>
                <a:spcPts val="95"/>
              </a:spcBef>
            </a:pPr>
            <a:r>
              <a:rPr lang="en-US" sz="1400" b="1" dirty="0">
                <a:latin typeface="Segoe UI Light"/>
                <a:cs typeface="Segoe UI Light"/>
              </a:rPr>
              <a:t>India</a:t>
            </a:r>
          </a:p>
          <a:p>
            <a:pPr marL="12700" marR="5080" algn="ctr">
              <a:lnSpc>
                <a:spcPct val="113100"/>
              </a:lnSpc>
              <a:spcBef>
                <a:spcPts val="95"/>
              </a:spcBef>
            </a:pPr>
            <a:r>
              <a:rPr lang="en-US" sz="1400" b="1" dirty="0">
                <a:latin typeface="Segoe UI Light"/>
                <a:cs typeface="Segoe UI Light"/>
              </a:rPr>
              <a:t>Canada</a:t>
            </a:r>
          </a:p>
          <a:p>
            <a:pPr marL="12700" marR="5080" algn="ctr">
              <a:lnSpc>
                <a:spcPct val="113100"/>
              </a:lnSpc>
              <a:spcBef>
                <a:spcPts val="95"/>
              </a:spcBef>
            </a:pPr>
            <a:r>
              <a:rPr lang="en-US" sz="1400" b="1" dirty="0">
                <a:latin typeface="Segoe UI Light"/>
                <a:cs typeface="Segoe UI Light"/>
              </a:rPr>
              <a:t>Sri Lanka</a:t>
            </a:r>
          </a:p>
          <a:p>
            <a:pPr marL="12700" marR="5080" algn="ctr">
              <a:lnSpc>
                <a:spcPct val="113100"/>
              </a:lnSpc>
              <a:spcBef>
                <a:spcPts val="95"/>
              </a:spcBef>
            </a:pPr>
            <a:r>
              <a:rPr lang="en-US" sz="1400" b="1" dirty="0">
                <a:latin typeface="Segoe UI Light"/>
                <a:cs typeface="Segoe UI Light"/>
              </a:rPr>
              <a:t>South Africa</a:t>
            </a:r>
          </a:p>
          <a:p>
            <a:pPr marL="12700" marR="5080" algn="ctr">
              <a:lnSpc>
                <a:spcPct val="113100"/>
              </a:lnSpc>
              <a:spcBef>
                <a:spcPts val="95"/>
              </a:spcBef>
            </a:pPr>
            <a:r>
              <a:rPr lang="en-US" sz="1400" b="1" dirty="0">
                <a:latin typeface="Segoe UI Light"/>
                <a:cs typeface="Segoe UI Light"/>
              </a:rPr>
              <a:t>Brazil</a:t>
            </a:r>
            <a:endParaRPr sz="1400" b="1" dirty="0">
              <a:latin typeface="Segoe UI Light"/>
              <a:cs typeface="Segoe UI Ligh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46107" y="3170281"/>
            <a:ext cx="854710" cy="9988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3100"/>
              </a:lnSpc>
              <a:spcBef>
                <a:spcPts val="95"/>
              </a:spcBef>
            </a:pPr>
            <a:r>
              <a:rPr lang="en-US" sz="1400" b="1" spc="-10" dirty="0" smtClean="0">
                <a:solidFill>
                  <a:srgbClr val="FFFFFF"/>
                </a:solidFill>
                <a:latin typeface="Segoe UI Light"/>
                <a:cs typeface="Segoe UI Light"/>
              </a:rPr>
              <a:t>Noida</a:t>
            </a:r>
            <a:r>
              <a:rPr sz="1400" b="1" spc="-10" dirty="0" smtClean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lang="en-US" sz="1400" b="1" spc="-10" dirty="0" smtClean="0">
                <a:solidFill>
                  <a:srgbClr val="FFFFFF"/>
                </a:solidFill>
                <a:latin typeface="Segoe UI Light"/>
                <a:cs typeface="Segoe UI Light"/>
              </a:rPr>
              <a:t>Jaipur</a:t>
            </a:r>
          </a:p>
          <a:p>
            <a:pPr marL="12700" marR="5080" algn="ctr">
              <a:lnSpc>
                <a:spcPct val="113100"/>
              </a:lnSpc>
              <a:spcBef>
                <a:spcPts val="95"/>
              </a:spcBef>
            </a:pPr>
            <a:r>
              <a:rPr sz="1400" b="1" spc="-10" dirty="0" smtClean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lang="en-US" sz="1400" b="1" spc="-10" dirty="0" smtClean="0">
                <a:solidFill>
                  <a:srgbClr val="FFFFFF"/>
                </a:solidFill>
                <a:latin typeface="Segoe UI Light"/>
                <a:cs typeface="Segoe UI Light"/>
              </a:rPr>
              <a:t>New </a:t>
            </a:r>
            <a:r>
              <a:rPr sz="1400" b="1" spc="-10" dirty="0" smtClean="0">
                <a:solidFill>
                  <a:srgbClr val="FFFFFF"/>
                </a:solidFill>
                <a:latin typeface="Segoe UI Light"/>
                <a:cs typeface="Segoe UI Light"/>
              </a:rPr>
              <a:t>Delhi </a:t>
            </a:r>
            <a:r>
              <a:rPr sz="1400" b="1" spc="-10" dirty="0">
                <a:solidFill>
                  <a:srgbClr val="FFFFFF"/>
                </a:solidFill>
                <a:latin typeface="Segoe UI Light"/>
                <a:cs typeface="Segoe UI Light"/>
              </a:rPr>
              <a:t>Mumbai</a:t>
            </a:r>
            <a:endParaRPr sz="1400" b="1" dirty="0">
              <a:latin typeface="Segoe UI Light"/>
              <a:cs typeface="Segoe UI Ligh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91442" y="3273730"/>
            <a:ext cx="1077468" cy="102451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1270" algn="ctr">
              <a:lnSpc>
                <a:spcPct val="112999"/>
              </a:lnSpc>
              <a:spcBef>
                <a:spcPts val="95"/>
              </a:spcBef>
            </a:pPr>
            <a:r>
              <a:rPr lang="en-US" sz="1400" b="1" dirty="0" smtClean="0">
                <a:latin typeface="Segoe UI Light"/>
                <a:cs typeface="Segoe UI Light"/>
              </a:rPr>
              <a:t>North Indian</a:t>
            </a:r>
          </a:p>
          <a:p>
            <a:pPr marL="12700" marR="5080" indent="-1270" algn="ctr">
              <a:lnSpc>
                <a:spcPct val="112999"/>
              </a:lnSpc>
              <a:spcBef>
                <a:spcPts val="95"/>
              </a:spcBef>
            </a:pPr>
            <a:r>
              <a:rPr lang="en-US" sz="1400" b="1" dirty="0" smtClean="0">
                <a:latin typeface="Segoe UI Light"/>
                <a:cs typeface="Segoe UI Light"/>
              </a:rPr>
              <a:t>Fast food</a:t>
            </a:r>
          </a:p>
          <a:p>
            <a:pPr marL="12700" marR="5080" indent="-1270" algn="ctr">
              <a:lnSpc>
                <a:spcPct val="112999"/>
              </a:lnSpc>
              <a:spcBef>
                <a:spcPts val="95"/>
              </a:spcBef>
            </a:pPr>
            <a:r>
              <a:rPr lang="en-US" sz="1400" b="1" dirty="0" smtClean="0">
                <a:latin typeface="Segoe UI Light"/>
                <a:cs typeface="Segoe UI Light"/>
              </a:rPr>
              <a:t>Café</a:t>
            </a:r>
          </a:p>
          <a:p>
            <a:pPr marL="12700" marR="5080" indent="-1270" algn="ctr">
              <a:lnSpc>
                <a:spcPct val="112999"/>
              </a:lnSpc>
              <a:spcBef>
                <a:spcPts val="95"/>
              </a:spcBef>
            </a:pPr>
            <a:r>
              <a:rPr lang="en-US" sz="1400" b="1" dirty="0" smtClean="0">
                <a:latin typeface="Segoe UI Light"/>
                <a:cs typeface="Segoe UI Light"/>
              </a:rPr>
              <a:t>Italian</a:t>
            </a:r>
            <a:endParaRPr sz="1400" b="1" dirty="0">
              <a:latin typeface="Segoe UI Light"/>
              <a:cs typeface="Segoe UI Ligh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657814" y="3287973"/>
            <a:ext cx="1301333" cy="4917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3100"/>
              </a:lnSpc>
              <a:spcBef>
                <a:spcPts val="95"/>
              </a:spcBef>
            </a:pPr>
            <a:r>
              <a:rPr lang="en-US" sz="1400" b="1" dirty="0" smtClean="0">
                <a:latin typeface="Segoe UI Light"/>
                <a:cs typeface="Segoe UI Light"/>
              </a:rPr>
              <a:t>Online delivery</a:t>
            </a:r>
            <a:endParaRPr lang="en-US" sz="1400" b="1" dirty="0">
              <a:latin typeface="Segoe UI Light"/>
              <a:cs typeface="Segoe UI Light"/>
            </a:endParaRPr>
          </a:p>
          <a:p>
            <a:pPr marL="12700" marR="5080" algn="ctr">
              <a:lnSpc>
                <a:spcPct val="113100"/>
              </a:lnSpc>
              <a:spcBef>
                <a:spcPts val="95"/>
              </a:spcBef>
            </a:pPr>
            <a:r>
              <a:rPr lang="en-US" sz="1400" b="1" dirty="0" smtClean="0">
                <a:latin typeface="Segoe UI Light"/>
                <a:cs typeface="Segoe UI Light"/>
              </a:rPr>
              <a:t>Table booking</a:t>
            </a:r>
          </a:p>
        </p:txBody>
      </p:sp>
      <p:sp>
        <p:nvSpPr>
          <p:cNvPr id="20" name="object 20"/>
          <p:cNvSpPr/>
          <p:nvPr/>
        </p:nvSpPr>
        <p:spPr>
          <a:xfrm>
            <a:off x="7948440" y="1848871"/>
            <a:ext cx="382905" cy="382905"/>
          </a:xfrm>
          <a:custGeom>
            <a:avLst/>
            <a:gdLst/>
            <a:ahLst/>
            <a:cxnLst/>
            <a:rect l="l" t="t" r="r" b="b"/>
            <a:pathLst>
              <a:path w="382904" h="382905">
                <a:moveTo>
                  <a:pt x="82296" y="0"/>
                </a:moveTo>
                <a:lnTo>
                  <a:pt x="5080" y="0"/>
                </a:lnTo>
                <a:lnTo>
                  <a:pt x="4191" y="381"/>
                </a:lnTo>
                <a:lnTo>
                  <a:pt x="2921" y="889"/>
                </a:lnTo>
                <a:lnTo>
                  <a:pt x="1651" y="1651"/>
                </a:lnTo>
                <a:lnTo>
                  <a:pt x="1270" y="2540"/>
                </a:lnTo>
                <a:lnTo>
                  <a:pt x="381" y="4191"/>
                </a:lnTo>
                <a:lnTo>
                  <a:pt x="381" y="5080"/>
                </a:lnTo>
                <a:lnTo>
                  <a:pt x="0" y="6350"/>
                </a:lnTo>
                <a:lnTo>
                  <a:pt x="0" y="376174"/>
                </a:lnTo>
                <a:lnTo>
                  <a:pt x="381" y="377444"/>
                </a:lnTo>
                <a:lnTo>
                  <a:pt x="381" y="379095"/>
                </a:lnTo>
                <a:lnTo>
                  <a:pt x="1270" y="379984"/>
                </a:lnTo>
                <a:lnTo>
                  <a:pt x="1651" y="380873"/>
                </a:lnTo>
                <a:lnTo>
                  <a:pt x="2921" y="381635"/>
                </a:lnTo>
                <a:lnTo>
                  <a:pt x="4191" y="382143"/>
                </a:lnTo>
                <a:lnTo>
                  <a:pt x="5080" y="382524"/>
                </a:lnTo>
                <a:lnTo>
                  <a:pt x="82296" y="382524"/>
                </a:lnTo>
                <a:lnTo>
                  <a:pt x="82296" y="338074"/>
                </a:lnTo>
                <a:lnTo>
                  <a:pt x="69723" y="338074"/>
                </a:lnTo>
                <a:lnTo>
                  <a:pt x="67183" y="337566"/>
                </a:lnTo>
                <a:lnTo>
                  <a:pt x="57150" y="327914"/>
                </a:lnTo>
                <a:lnTo>
                  <a:pt x="57150" y="310134"/>
                </a:lnTo>
                <a:lnTo>
                  <a:pt x="67183" y="299974"/>
                </a:lnTo>
                <a:lnTo>
                  <a:pt x="82296" y="299974"/>
                </a:lnTo>
                <a:lnTo>
                  <a:pt x="82296" y="146558"/>
                </a:lnTo>
                <a:lnTo>
                  <a:pt x="69723" y="146558"/>
                </a:lnTo>
                <a:lnTo>
                  <a:pt x="67183" y="146177"/>
                </a:lnTo>
                <a:lnTo>
                  <a:pt x="57150" y="136398"/>
                </a:lnTo>
                <a:lnTo>
                  <a:pt x="57150" y="118618"/>
                </a:lnTo>
                <a:lnTo>
                  <a:pt x="65024" y="109728"/>
                </a:lnTo>
                <a:lnTo>
                  <a:pt x="67183" y="108458"/>
                </a:lnTo>
                <a:lnTo>
                  <a:pt x="82296" y="108458"/>
                </a:lnTo>
                <a:lnTo>
                  <a:pt x="82296" y="83058"/>
                </a:lnTo>
                <a:lnTo>
                  <a:pt x="69723" y="83058"/>
                </a:lnTo>
                <a:lnTo>
                  <a:pt x="67183" y="82550"/>
                </a:lnTo>
                <a:lnTo>
                  <a:pt x="57150" y="72898"/>
                </a:lnTo>
                <a:lnTo>
                  <a:pt x="57150" y="55118"/>
                </a:lnTo>
                <a:lnTo>
                  <a:pt x="57912" y="52070"/>
                </a:lnTo>
                <a:lnTo>
                  <a:pt x="59182" y="50419"/>
                </a:lnTo>
                <a:lnTo>
                  <a:pt x="60833" y="48768"/>
                </a:lnTo>
                <a:lnTo>
                  <a:pt x="62611" y="46609"/>
                </a:lnTo>
                <a:lnTo>
                  <a:pt x="65024" y="45720"/>
                </a:lnTo>
                <a:lnTo>
                  <a:pt x="67183" y="44958"/>
                </a:lnTo>
                <a:lnTo>
                  <a:pt x="69723" y="44450"/>
                </a:lnTo>
                <a:lnTo>
                  <a:pt x="82296" y="44450"/>
                </a:lnTo>
                <a:lnTo>
                  <a:pt x="82296" y="0"/>
                </a:lnTo>
                <a:close/>
              </a:path>
              <a:path w="382904" h="382905">
                <a:moveTo>
                  <a:pt x="185928" y="0"/>
                </a:moveTo>
                <a:lnTo>
                  <a:pt x="96012" y="0"/>
                </a:lnTo>
                <a:lnTo>
                  <a:pt x="96012" y="44450"/>
                </a:lnTo>
                <a:lnTo>
                  <a:pt x="108839" y="44450"/>
                </a:lnTo>
                <a:lnTo>
                  <a:pt x="113919" y="45339"/>
                </a:lnTo>
                <a:lnTo>
                  <a:pt x="116078" y="46609"/>
                </a:lnTo>
                <a:lnTo>
                  <a:pt x="120777" y="52070"/>
                </a:lnTo>
                <a:lnTo>
                  <a:pt x="121539" y="57150"/>
                </a:lnTo>
                <a:lnTo>
                  <a:pt x="121539" y="69850"/>
                </a:lnTo>
                <a:lnTo>
                  <a:pt x="108839" y="83058"/>
                </a:lnTo>
                <a:lnTo>
                  <a:pt x="96012" y="83058"/>
                </a:lnTo>
                <a:lnTo>
                  <a:pt x="96012" y="108458"/>
                </a:lnTo>
                <a:lnTo>
                  <a:pt x="111379" y="108458"/>
                </a:lnTo>
                <a:lnTo>
                  <a:pt x="116078" y="110617"/>
                </a:lnTo>
                <a:lnTo>
                  <a:pt x="118110" y="112268"/>
                </a:lnTo>
                <a:lnTo>
                  <a:pt x="119507" y="113919"/>
                </a:lnTo>
                <a:lnTo>
                  <a:pt x="120777" y="116459"/>
                </a:lnTo>
                <a:lnTo>
                  <a:pt x="121539" y="121158"/>
                </a:lnTo>
                <a:lnTo>
                  <a:pt x="121539" y="133858"/>
                </a:lnTo>
                <a:lnTo>
                  <a:pt x="120777" y="138938"/>
                </a:lnTo>
                <a:lnTo>
                  <a:pt x="118110" y="143129"/>
                </a:lnTo>
                <a:lnTo>
                  <a:pt x="113919" y="145669"/>
                </a:lnTo>
                <a:lnTo>
                  <a:pt x="108839" y="146558"/>
                </a:lnTo>
                <a:lnTo>
                  <a:pt x="96012" y="146558"/>
                </a:lnTo>
                <a:lnTo>
                  <a:pt x="96012" y="299974"/>
                </a:lnTo>
                <a:lnTo>
                  <a:pt x="111379" y="299974"/>
                </a:lnTo>
                <a:lnTo>
                  <a:pt x="116078" y="301625"/>
                </a:lnTo>
                <a:lnTo>
                  <a:pt x="119507" y="305435"/>
                </a:lnTo>
                <a:lnTo>
                  <a:pt x="120777" y="307594"/>
                </a:lnTo>
                <a:lnTo>
                  <a:pt x="121539" y="312674"/>
                </a:lnTo>
                <a:lnTo>
                  <a:pt x="121539" y="325374"/>
                </a:lnTo>
                <a:lnTo>
                  <a:pt x="108839" y="338074"/>
                </a:lnTo>
                <a:lnTo>
                  <a:pt x="96012" y="338074"/>
                </a:lnTo>
                <a:lnTo>
                  <a:pt x="96012" y="382524"/>
                </a:lnTo>
                <a:lnTo>
                  <a:pt x="185928" y="382524"/>
                </a:lnTo>
                <a:lnTo>
                  <a:pt x="185928" y="338074"/>
                </a:lnTo>
                <a:lnTo>
                  <a:pt x="173101" y="338074"/>
                </a:lnTo>
                <a:lnTo>
                  <a:pt x="168021" y="337185"/>
                </a:lnTo>
                <a:lnTo>
                  <a:pt x="165862" y="335915"/>
                </a:lnTo>
                <a:lnTo>
                  <a:pt x="163830" y="334264"/>
                </a:lnTo>
                <a:lnTo>
                  <a:pt x="161163" y="330454"/>
                </a:lnTo>
                <a:lnTo>
                  <a:pt x="160401" y="325374"/>
                </a:lnTo>
                <a:lnTo>
                  <a:pt x="160401" y="312674"/>
                </a:lnTo>
                <a:lnTo>
                  <a:pt x="170561" y="299974"/>
                </a:lnTo>
                <a:lnTo>
                  <a:pt x="185928" y="299974"/>
                </a:lnTo>
                <a:lnTo>
                  <a:pt x="185928" y="274447"/>
                </a:lnTo>
                <a:lnTo>
                  <a:pt x="173101" y="274447"/>
                </a:lnTo>
                <a:lnTo>
                  <a:pt x="170561" y="274066"/>
                </a:lnTo>
                <a:lnTo>
                  <a:pt x="165862" y="272415"/>
                </a:lnTo>
                <a:lnTo>
                  <a:pt x="162433" y="268605"/>
                </a:lnTo>
                <a:lnTo>
                  <a:pt x="161163" y="266446"/>
                </a:lnTo>
                <a:lnTo>
                  <a:pt x="160401" y="261747"/>
                </a:lnTo>
                <a:lnTo>
                  <a:pt x="160401" y="248666"/>
                </a:lnTo>
                <a:lnTo>
                  <a:pt x="173101" y="235966"/>
                </a:lnTo>
                <a:lnTo>
                  <a:pt x="185928" y="235966"/>
                </a:lnTo>
                <a:lnTo>
                  <a:pt x="185928" y="83058"/>
                </a:lnTo>
                <a:lnTo>
                  <a:pt x="173101" y="83058"/>
                </a:lnTo>
                <a:lnTo>
                  <a:pt x="168021" y="81788"/>
                </a:lnTo>
                <a:lnTo>
                  <a:pt x="165862" y="80899"/>
                </a:lnTo>
                <a:lnTo>
                  <a:pt x="163830" y="79248"/>
                </a:lnTo>
                <a:lnTo>
                  <a:pt x="161163" y="74930"/>
                </a:lnTo>
                <a:lnTo>
                  <a:pt x="160401" y="69850"/>
                </a:lnTo>
                <a:lnTo>
                  <a:pt x="160401" y="57150"/>
                </a:lnTo>
                <a:lnTo>
                  <a:pt x="173101" y="44450"/>
                </a:lnTo>
                <a:lnTo>
                  <a:pt x="185928" y="44450"/>
                </a:lnTo>
                <a:lnTo>
                  <a:pt x="185928" y="0"/>
                </a:lnTo>
                <a:close/>
              </a:path>
              <a:path w="382904" h="382905">
                <a:moveTo>
                  <a:pt x="288036" y="0"/>
                </a:moveTo>
                <a:lnTo>
                  <a:pt x="199644" y="0"/>
                </a:lnTo>
                <a:lnTo>
                  <a:pt x="199644" y="44450"/>
                </a:lnTo>
                <a:lnTo>
                  <a:pt x="212217" y="44450"/>
                </a:lnTo>
                <a:lnTo>
                  <a:pt x="216789" y="45339"/>
                </a:lnTo>
                <a:lnTo>
                  <a:pt x="219329" y="46609"/>
                </a:lnTo>
                <a:lnTo>
                  <a:pt x="220980" y="48768"/>
                </a:lnTo>
                <a:lnTo>
                  <a:pt x="222631" y="50419"/>
                </a:lnTo>
                <a:lnTo>
                  <a:pt x="223901" y="52070"/>
                </a:lnTo>
                <a:lnTo>
                  <a:pt x="224790" y="55118"/>
                </a:lnTo>
                <a:lnTo>
                  <a:pt x="224790" y="72898"/>
                </a:lnTo>
                <a:lnTo>
                  <a:pt x="212217" y="83058"/>
                </a:lnTo>
                <a:lnTo>
                  <a:pt x="199644" y="83058"/>
                </a:lnTo>
                <a:lnTo>
                  <a:pt x="199644" y="235966"/>
                </a:lnTo>
                <a:lnTo>
                  <a:pt x="212217" y="235966"/>
                </a:lnTo>
                <a:lnTo>
                  <a:pt x="214757" y="236347"/>
                </a:lnTo>
                <a:lnTo>
                  <a:pt x="219329" y="238125"/>
                </a:lnTo>
                <a:lnTo>
                  <a:pt x="220980" y="239776"/>
                </a:lnTo>
                <a:lnTo>
                  <a:pt x="223901" y="243967"/>
                </a:lnTo>
                <a:lnTo>
                  <a:pt x="224790" y="246126"/>
                </a:lnTo>
                <a:lnTo>
                  <a:pt x="224790" y="263906"/>
                </a:lnTo>
                <a:lnTo>
                  <a:pt x="223901" y="266446"/>
                </a:lnTo>
                <a:lnTo>
                  <a:pt x="222631" y="268605"/>
                </a:lnTo>
                <a:lnTo>
                  <a:pt x="220980" y="270256"/>
                </a:lnTo>
                <a:lnTo>
                  <a:pt x="219329" y="272415"/>
                </a:lnTo>
                <a:lnTo>
                  <a:pt x="216789" y="273177"/>
                </a:lnTo>
                <a:lnTo>
                  <a:pt x="214757" y="274066"/>
                </a:lnTo>
                <a:lnTo>
                  <a:pt x="212217" y="274447"/>
                </a:lnTo>
                <a:lnTo>
                  <a:pt x="199644" y="274447"/>
                </a:lnTo>
                <a:lnTo>
                  <a:pt x="199644" y="299974"/>
                </a:lnTo>
                <a:lnTo>
                  <a:pt x="214757" y="299974"/>
                </a:lnTo>
                <a:lnTo>
                  <a:pt x="219329" y="301625"/>
                </a:lnTo>
                <a:lnTo>
                  <a:pt x="220980" y="303784"/>
                </a:lnTo>
                <a:lnTo>
                  <a:pt x="222631" y="305435"/>
                </a:lnTo>
                <a:lnTo>
                  <a:pt x="223901" y="307594"/>
                </a:lnTo>
                <a:lnTo>
                  <a:pt x="224790" y="310134"/>
                </a:lnTo>
                <a:lnTo>
                  <a:pt x="224790" y="327406"/>
                </a:lnTo>
                <a:lnTo>
                  <a:pt x="212217" y="338074"/>
                </a:lnTo>
                <a:lnTo>
                  <a:pt x="199644" y="338074"/>
                </a:lnTo>
                <a:lnTo>
                  <a:pt x="199644" y="382524"/>
                </a:lnTo>
                <a:lnTo>
                  <a:pt x="288036" y="382524"/>
                </a:lnTo>
                <a:lnTo>
                  <a:pt x="288036" y="210566"/>
                </a:lnTo>
                <a:lnTo>
                  <a:pt x="272542" y="210566"/>
                </a:lnTo>
                <a:lnTo>
                  <a:pt x="270383" y="209677"/>
                </a:lnTo>
                <a:lnTo>
                  <a:pt x="268351" y="208026"/>
                </a:lnTo>
                <a:lnTo>
                  <a:pt x="266192" y="206756"/>
                </a:lnTo>
                <a:lnTo>
                  <a:pt x="264541" y="204978"/>
                </a:lnTo>
                <a:lnTo>
                  <a:pt x="263779" y="202438"/>
                </a:lnTo>
                <a:lnTo>
                  <a:pt x="262890" y="200406"/>
                </a:lnTo>
                <a:lnTo>
                  <a:pt x="262890" y="182118"/>
                </a:lnTo>
                <a:lnTo>
                  <a:pt x="263779" y="180086"/>
                </a:lnTo>
                <a:lnTo>
                  <a:pt x="264541" y="177546"/>
                </a:lnTo>
                <a:lnTo>
                  <a:pt x="266192" y="175768"/>
                </a:lnTo>
                <a:lnTo>
                  <a:pt x="270383" y="173228"/>
                </a:lnTo>
                <a:lnTo>
                  <a:pt x="275463" y="172466"/>
                </a:lnTo>
                <a:lnTo>
                  <a:pt x="288036" y="172466"/>
                </a:lnTo>
                <a:lnTo>
                  <a:pt x="288036" y="146558"/>
                </a:lnTo>
                <a:lnTo>
                  <a:pt x="275463" y="146558"/>
                </a:lnTo>
                <a:lnTo>
                  <a:pt x="272542" y="146177"/>
                </a:lnTo>
                <a:lnTo>
                  <a:pt x="270383" y="145669"/>
                </a:lnTo>
                <a:lnTo>
                  <a:pt x="266192" y="143129"/>
                </a:lnTo>
                <a:lnTo>
                  <a:pt x="264541" y="141097"/>
                </a:lnTo>
                <a:lnTo>
                  <a:pt x="262890" y="136398"/>
                </a:lnTo>
                <a:lnTo>
                  <a:pt x="262890" y="118618"/>
                </a:lnTo>
                <a:lnTo>
                  <a:pt x="264541" y="113919"/>
                </a:lnTo>
                <a:lnTo>
                  <a:pt x="266192" y="112268"/>
                </a:lnTo>
                <a:lnTo>
                  <a:pt x="268351" y="110617"/>
                </a:lnTo>
                <a:lnTo>
                  <a:pt x="270383" y="109728"/>
                </a:lnTo>
                <a:lnTo>
                  <a:pt x="272542" y="108458"/>
                </a:lnTo>
                <a:lnTo>
                  <a:pt x="288036" y="108458"/>
                </a:lnTo>
                <a:lnTo>
                  <a:pt x="288036" y="83058"/>
                </a:lnTo>
                <a:lnTo>
                  <a:pt x="275463" y="83058"/>
                </a:lnTo>
                <a:lnTo>
                  <a:pt x="272542" y="82550"/>
                </a:lnTo>
                <a:lnTo>
                  <a:pt x="268351" y="80899"/>
                </a:lnTo>
                <a:lnTo>
                  <a:pt x="266192" y="79248"/>
                </a:lnTo>
                <a:lnTo>
                  <a:pt x="264541" y="77089"/>
                </a:lnTo>
                <a:lnTo>
                  <a:pt x="262890" y="72898"/>
                </a:lnTo>
                <a:lnTo>
                  <a:pt x="262890" y="55118"/>
                </a:lnTo>
                <a:lnTo>
                  <a:pt x="275463" y="44450"/>
                </a:lnTo>
                <a:lnTo>
                  <a:pt x="288036" y="44450"/>
                </a:lnTo>
                <a:lnTo>
                  <a:pt x="288036" y="0"/>
                </a:lnTo>
                <a:close/>
              </a:path>
              <a:path w="382904" h="382905">
                <a:moveTo>
                  <a:pt x="382524" y="5080"/>
                </a:moveTo>
                <a:lnTo>
                  <a:pt x="381635" y="2540"/>
                </a:lnTo>
                <a:lnTo>
                  <a:pt x="379984" y="889"/>
                </a:lnTo>
                <a:lnTo>
                  <a:pt x="379095" y="381"/>
                </a:lnTo>
                <a:lnTo>
                  <a:pt x="377444" y="0"/>
                </a:lnTo>
                <a:lnTo>
                  <a:pt x="376174" y="0"/>
                </a:lnTo>
                <a:lnTo>
                  <a:pt x="300228" y="0"/>
                </a:lnTo>
                <a:lnTo>
                  <a:pt x="300228" y="44450"/>
                </a:lnTo>
                <a:lnTo>
                  <a:pt x="312928" y="44450"/>
                </a:lnTo>
                <a:lnTo>
                  <a:pt x="318008" y="45339"/>
                </a:lnTo>
                <a:lnTo>
                  <a:pt x="320040" y="46609"/>
                </a:lnTo>
                <a:lnTo>
                  <a:pt x="321691" y="48768"/>
                </a:lnTo>
                <a:lnTo>
                  <a:pt x="323469" y="50419"/>
                </a:lnTo>
                <a:lnTo>
                  <a:pt x="324739" y="52070"/>
                </a:lnTo>
                <a:lnTo>
                  <a:pt x="325501" y="57150"/>
                </a:lnTo>
                <a:lnTo>
                  <a:pt x="325501" y="69850"/>
                </a:lnTo>
                <a:lnTo>
                  <a:pt x="312928" y="83058"/>
                </a:lnTo>
                <a:lnTo>
                  <a:pt x="300228" y="83058"/>
                </a:lnTo>
                <a:lnTo>
                  <a:pt x="300228" y="108458"/>
                </a:lnTo>
                <a:lnTo>
                  <a:pt x="315468" y="108458"/>
                </a:lnTo>
                <a:lnTo>
                  <a:pt x="320040" y="110617"/>
                </a:lnTo>
                <a:lnTo>
                  <a:pt x="323469" y="113919"/>
                </a:lnTo>
                <a:lnTo>
                  <a:pt x="324739" y="116459"/>
                </a:lnTo>
                <a:lnTo>
                  <a:pt x="325501" y="121158"/>
                </a:lnTo>
                <a:lnTo>
                  <a:pt x="325501" y="133858"/>
                </a:lnTo>
                <a:lnTo>
                  <a:pt x="312928" y="146558"/>
                </a:lnTo>
                <a:lnTo>
                  <a:pt x="300228" y="146558"/>
                </a:lnTo>
                <a:lnTo>
                  <a:pt x="300228" y="172466"/>
                </a:lnTo>
                <a:lnTo>
                  <a:pt x="312928" y="172466"/>
                </a:lnTo>
                <a:lnTo>
                  <a:pt x="318008" y="173228"/>
                </a:lnTo>
                <a:lnTo>
                  <a:pt x="321691" y="175768"/>
                </a:lnTo>
                <a:lnTo>
                  <a:pt x="323469" y="177546"/>
                </a:lnTo>
                <a:lnTo>
                  <a:pt x="324739" y="180086"/>
                </a:lnTo>
                <a:lnTo>
                  <a:pt x="325501" y="185166"/>
                </a:lnTo>
                <a:lnTo>
                  <a:pt x="325501" y="197866"/>
                </a:lnTo>
                <a:lnTo>
                  <a:pt x="315468" y="210566"/>
                </a:lnTo>
                <a:lnTo>
                  <a:pt x="300228" y="210566"/>
                </a:lnTo>
                <a:lnTo>
                  <a:pt x="300228" y="382524"/>
                </a:lnTo>
                <a:lnTo>
                  <a:pt x="377444" y="382524"/>
                </a:lnTo>
                <a:lnTo>
                  <a:pt x="379095" y="382143"/>
                </a:lnTo>
                <a:lnTo>
                  <a:pt x="380873" y="380873"/>
                </a:lnTo>
                <a:lnTo>
                  <a:pt x="382143" y="379095"/>
                </a:lnTo>
                <a:lnTo>
                  <a:pt x="382524" y="377444"/>
                </a:lnTo>
                <a:lnTo>
                  <a:pt x="382524" y="5080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93788" y="1647704"/>
            <a:ext cx="582168" cy="583691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55403" y="1731524"/>
            <a:ext cx="435863" cy="4358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93647" y="1656848"/>
            <a:ext cx="544068" cy="5440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08955" y="1656848"/>
            <a:ext cx="477012" cy="47701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2614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 animBg="1"/>
      <p:bldP spid="7" grpId="0" animBg="1"/>
      <p:bldP spid="8" grpId="0" animBg="1"/>
      <p:bldP spid="9" grpId="0" animBg="1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8923" y="266942"/>
            <a:ext cx="2994532" cy="4353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3275"/>
              </a:lnSpc>
              <a:spcBef>
                <a:spcPts val="95"/>
              </a:spcBef>
            </a:pPr>
            <a:r>
              <a:rPr sz="2800" spc="-2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z="2800" spc="-1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20" dirty="0" smtClean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sz="2800" spc="-2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484631"/>
            <a:ext cx="4124325" cy="76200"/>
          </a:xfrm>
          <a:custGeom>
            <a:avLst/>
            <a:gdLst/>
            <a:ahLst/>
            <a:cxnLst/>
            <a:rect l="l" t="t" r="r" b="b"/>
            <a:pathLst>
              <a:path w="4124325" h="76200">
                <a:moveTo>
                  <a:pt x="4086225" y="0"/>
                </a:moveTo>
                <a:lnTo>
                  <a:pt x="4071377" y="2988"/>
                </a:lnTo>
                <a:lnTo>
                  <a:pt x="4059269" y="11144"/>
                </a:lnTo>
                <a:lnTo>
                  <a:pt x="4051113" y="23252"/>
                </a:lnTo>
                <a:lnTo>
                  <a:pt x="4048125" y="38100"/>
                </a:lnTo>
                <a:lnTo>
                  <a:pt x="4051113" y="52947"/>
                </a:lnTo>
                <a:lnTo>
                  <a:pt x="4059269" y="65055"/>
                </a:lnTo>
                <a:lnTo>
                  <a:pt x="4071377" y="73211"/>
                </a:lnTo>
                <a:lnTo>
                  <a:pt x="4086225" y="76200"/>
                </a:lnTo>
                <a:lnTo>
                  <a:pt x="4101072" y="73211"/>
                </a:lnTo>
                <a:lnTo>
                  <a:pt x="4113180" y="65055"/>
                </a:lnTo>
                <a:lnTo>
                  <a:pt x="4121336" y="52947"/>
                </a:lnTo>
                <a:lnTo>
                  <a:pt x="4123046" y="44450"/>
                </a:lnTo>
                <a:lnTo>
                  <a:pt x="4086225" y="44450"/>
                </a:lnTo>
                <a:lnTo>
                  <a:pt x="4086225" y="31750"/>
                </a:lnTo>
                <a:lnTo>
                  <a:pt x="4123046" y="31750"/>
                </a:lnTo>
                <a:lnTo>
                  <a:pt x="4121336" y="23252"/>
                </a:lnTo>
                <a:lnTo>
                  <a:pt x="4113180" y="11144"/>
                </a:lnTo>
                <a:lnTo>
                  <a:pt x="4101072" y="2988"/>
                </a:lnTo>
                <a:lnTo>
                  <a:pt x="4086225" y="0"/>
                </a:lnTo>
                <a:close/>
              </a:path>
              <a:path w="4124325" h="76200">
                <a:moveTo>
                  <a:pt x="4049403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049403" y="44450"/>
                </a:lnTo>
                <a:lnTo>
                  <a:pt x="4048125" y="38100"/>
                </a:lnTo>
                <a:lnTo>
                  <a:pt x="4049403" y="31750"/>
                </a:lnTo>
                <a:close/>
              </a:path>
              <a:path w="4124325" h="76200">
                <a:moveTo>
                  <a:pt x="4123046" y="31750"/>
                </a:moveTo>
                <a:lnTo>
                  <a:pt x="4086225" y="31750"/>
                </a:lnTo>
                <a:lnTo>
                  <a:pt x="4086225" y="44450"/>
                </a:lnTo>
                <a:lnTo>
                  <a:pt x="4123046" y="44450"/>
                </a:lnTo>
                <a:lnTo>
                  <a:pt x="4124325" y="38100"/>
                </a:lnTo>
                <a:lnTo>
                  <a:pt x="4123046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 rot="10800000">
            <a:off x="8068054" y="484631"/>
            <a:ext cx="4124325" cy="76200"/>
          </a:xfrm>
          <a:custGeom>
            <a:avLst/>
            <a:gdLst/>
            <a:ahLst/>
            <a:cxnLst/>
            <a:rect l="l" t="t" r="r" b="b"/>
            <a:pathLst>
              <a:path w="4124325" h="76200">
                <a:moveTo>
                  <a:pt x="4086225" y="0"/>
                </a:moveTo>
                <a:lnTo>
                  <a:pt x="4071377" y="2988"/>
                </a:lnTo>
                <a:lnTo>
                  <a:pt x="4059269" y="11144"/>
                </a:lnTo>
                <a:lnTo>
                  <a:pt x="4051113" y="23252"/>
                </a:lnTo>
                <a:lnTo>
                  <a:pt x="4048125" y="38100"/>
                </a:lnTo>
                <a:lnTo>
                  <a:pt x="4051113" y="52947"/>
                </a:lnTo>
                <a:lnTo>
                  <a:pt x="4059269" y="65055"/>
                </a:lnTo>
                <a:lnTo>
                  <a:pt x="4071377" y="73211"/>
                </a:lnTo>
                <a:lnTo>
                  <a:pt x="4086225" y="76200"/>
                </a:lnTo>
                <a:lnTo>
                  <a:pt x="4101072" y="73211"/>
                </a:lnTo>
                <a:lnTo>
                  <a:pt x="4113180" y="65055"/>
                </a:lnTo>
                <a:lnTo>
                  <a:pt x="4121336" y="52947"/>
                </a:lnTo>
                <a:lnTo>
                  <a:pt x="4123046" y="44450"/>
                </a:lnTo>
                <a:lnTo>
                  <a:pt x="4086225" y="44450"/>
                </a:lnTo>
                <a:lnTo>
                  <a:pt x="4086225" y="31750"/>
                </a:lnTo>
                <a:lnTo>
                  <a:pt x="4123046" y="31750"/>
                </a:lnTo>
                <a:lnTo>
                  <a:pt x="4121336" y="23252"/>
                </a:lnTo>
                <a:lnTo>
                  <a:pt x="4113180" y="11144"/>
                </a:lnTo>
                <a:lnTo>
                  <a:pt x="4101072" y="2988"/>
                </a:lnTo>
                <a:lnTo>
                  <a:pt x="4086225" y="0"/>
                </a:lnTo>
                <a:close/>
              </a:path>
              <a:path w="4124325" h="76200">
                <a:moveTo>
                  <a:pt x="4049403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049403" y="44450"/>
                </a:lnTo>
                <a:lnTo>
                  <a:pt x="4048125" y="38100"/>
                </a:lnTo>
                <a:lnTo>
                  <a:pt x="4049403" y="31750"/>
                </a:lnTo>
                <a:close/>
              </a:path>
              <a:path w="4124325" h="76200">
                <a:moveTo>
                  <a:pt x="4123046" y="31750"/>
                </a:moveTo>
                <a:lnTo>
                  <a:pt x="4086225" y="31750"/>
                </a:lnTo>
                <a:lnTo>
                  <a:pt x="4086225" y="44450"/>
                </a:lnTo>
                <a:lnTo>
                  <a:pt x="4123046" y="44450"/>
                </a:lnTo>
                <a:lnTo>
                  <a:pt x="4124325" y="38100"/>
                </a:lnTo>
                <a:lnTo>
                  <a:pt x="4123046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476" y="883038"/>
            <a:ext cx="9877425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707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16695" y="484631"/>
            <a:ext cx="3575050" cy="76200"/>
          </a:xfrm>
          <a:custGeom>
            <a:avLst/>
            <a:gdLst/>
            <a:ahLst/>
            <a:cxnLst/>
            <a:rect l="l" t="t" r="r" b="b"/>
            <a:pathLst>
              <a:path w="357505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3575050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3575050" h="76200">
                <a:moveTo>
                  <a:pt x="3574923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3574923" y="44450"/>
                </a:lnTo>
                <a:lnTo>
                  <a:pt x="3574923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70858" y="289854"/>
            <a:ext cx="4992879" cy="3718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765"/>
              </a:lnSpc>
              <a:spcBef>
                <a:spcPts val="100"/>
              </a:spcBef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Key</a:t>
            </a:r>
            <a:r>
              <a:rPr sz="240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40" dirty="0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r>
              <a:rPr sz="240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75" dirty="0" smtClean="0">
                <a:latin typeface="Arial" panose="020B0604020202020204" pitchFamily="34" charset="0"/>
                <a:cs typeface="Arial" panose="020B0604020202020204" pitchFamily="34" charset="0"/>
              </a:rPr>
              <a:t>Indicators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84631"/>
            <a:ext cx="3517900" cy="76200"/>
          </a:xfrm>
          <a:custGeom>
            <a:avLst/>
            <a:gdLst/>
            <a:ahLst/>
            <a:cxnLst/>
            <a:rect l="l" t="t" r="r" b="b"/>
            <a:pathLst>
              <a:path w="3517900" h="76200">
                <a:moveTo>
                  <a:pt x="3479292" y="0"/>
                </a:moveTo>
                <a:lnTo>
                  <a:pt x="3464444" y="2988"/>
                </a:lnTo>
                <a:lnTo>
                  <a:pt x="3452336" y="11144"/>
                </a:lnTo>
                <a:lnTo>
                  <a:pt x="3444180" y="23252"/>
                </a:lnTo>
                <a:lnTo>
                  <a:pt x="3441192" y="38100"/>
                </a:lnTo>
                <a:lnTo>
                  <a:pt x="3444180" y="52947"/>
                </a:lnTo>
                <a:lnTo>
                  <a:pt x="3452336" y="65055"/>
                </a:lnTo>
                <a:lnTo>
                  <a:pt x="3464444" y="73211"/>
                </a:lnTo>
                <a:lnTo>
                  <a:pt x="3479292" y="76200"/>
                </a:lnTo>
                <a:lnTo>
                  <a:pt x="3494139" y="73211"/>
                </a:lnTo>
                <a:lnTo>
                  <a:pt x="3506247" y="65055"/>
                </a:lnTo>
                <a:lnTo>
                  <a:pt x="3514403" y="52947"/>
                </a:lnTo>
                <a:lnTo>
                  <a:pt x="3516113" y="44450"/>
                </a:lnTo>
                <a:lnTo>
                  <a:pt x="3479292" y="44450"/>
                </a:lnTo>
                <a:lnTo>
                  <a:pt x="3479292" y="31750"/>
                </a:lnTo>
                <a:lnTo>
                  <a:pt x="3516113" y="31750"/>
                </a:lnTo>
                <a:lnTo>
                  <a:pt x="3514403" y="23252"/>
                </a:lnTo>
                <a:lnTo>
                  <a:pt x="3506247" y="11144"/>
                </a:lnTo>
                <a:lnTo>
                  <a:pt x="3494139" y="2988"/>
                </a:lnTo>
                <a:lnTo>
                  <a:pt x="3479292" y="0"/>
                </a:lnTo>
                <a:close/>
              </a:path>
              <a:path w="3517900" h="76200">
                <a:moveTo>
                  <a:pt x="344247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442470" y="44450"/>
                </a:lnTo>
                <a:lnTo>
                  <a:pt x="3441192" y="38100"/>
                </a:lnTo>
                <a:lnTo>
                  <a:pt x="3442470" y="31750"/>
                </a:lnTo>
                <a:close/>
              </a:path>
              <a:path w="3517900" h="76200">
                <a:moveTo>
                  <a:pt x="3516113" y="31750"/>
                </a:moveTo>
                <a:lnTo>
                  <a:pt x="3479292" y="31750"/>
                </a:lnTo>
                <a:lnTo>
                  <a:pt x="3479292" y="44450"/>
                </a:lnTo>
                <a:lnTo>
                  <a:pt x="3516113" y="44450"/>
                </a:lnTo>
                <a:lnTo>
                  <a:pt x="3517392" y="38100"/>
                </a:lnTo>
                <a:lnTo>
                  <a:pt x="3516113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799" y="1662153"/>
            <a:ext cx="2484950" cy="113690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4607" y="1626200"/>
            <a:ext cx="2137382" cy="113690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99" y="3251092"/>
            <a:ext cx="2484950" cy="1188949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8767" y="3251091"/>
            <a:ext cx="2137382" cy="1188949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27" name="object 2"/>
          <p:cNvSpPr/>
          <p:nvPr/>
        </p:nvSpPr>
        <p:spPr>
          <a:xfrm>
            <a:off x="4134054" y="1163034"/>
            <a:ext cx="3968750" cy="3968750"/>
          </a:xfrm>
          <a:custGeom>
            <a:avLst/>
            <a:gdLst/>
            <a:ahLst/>
            <a:cxnLst/>
            <a:rect l="l" t="t" r="r" b="b"/>
            <a:pathLst>
              <a:path w="3968750" h="3968750">
                <a:moveTo>
                  <a:pt x="0" y="1984247"/>
                </a:moveTo>
                <a:lnTo>
                  <a:pt x="574" y="1936037"/>
                </a:lnTo>
                <a:lnTo>
                  <a:pt x="2288" y="1888108"/>
                </a:lnTo>
                <a:lnTo>
                  <a:pt x="5128" y="1840474"/>
                </a:lnTo>
                <a:lnTo>
                  <a:pt x="9083" y="1793149"/>
                </a:lnTo>
                <a:lnTo>
                  <a:pt x="14138" y="1746145"/>
                </a:lnTo>
                <a:lnTo>
                  <a:pt x="20281" y="1699475"/>
                </a:lnTo>
                <a:lnTo>
                  <a:pt x="27499" y="1653153"/>
                </a:lnTo>
                <a:lnTo>
                  <a:pt x="35778" y="1607191"/>
                </a:lnTo>
                <a:lnTo>
                  <a:pt x="45106" y="1561601"/>
                </a:lnTo>
                <a:lnTo>
                  <a:pt x="55470" y="1516399"/>
                </a:lnTo>
                <a:lnTo>
                  <a:pt x="66857" y="1471595"/>
                </a:lnTo>
                <a:lnTo>
                  <a:pt x="79254" y="1427203"/>
                </a:lnTo>
                <a:lnTo>
                  <a:pt x="92647" y="1383237"/>
                </a:lnTo>
                <a:lnTo>
                  <a:pt x="107025" y="1339709"/>
                </a:lnTo>
                <a:lnTo>
                  <a:pt x="122373" y="1296632"/>
                </a:lnTo>
                <a:lnTo>
                  <a:pt x="138679" y="1254019"/>
                </a:lnTo>
                <a:lnTo>
                  <a:pt x="155930" y="1211883"/>
                </a:lnTo>
                <a:lnTo>
                  <a:pt x="174112" y="1170238"/>
                </a:lnTo>
                <a:lnTo>
                  <a:pt x="193214" y="1129095"/>
                </a:lnTo>
                <a:lnTo>
                  <a:pt x="213221" y="1088469"/>
                </a:lnTo>
                <a:lnTo>
                  <a:pt x="234122" y="1048371"/>
                </a:lnTo>
                <a:lnTo>
                  <a:pt x="255902" y="1008816"/>
                </a:lnTo>
                <a:lnTo>
                  <a:pt x="278549" y="969816"/>
                </a:lnTo>
                <a:lnTo>
                  <a:pt x="302050" y="931384"/>
                </a:lnTo>
                <a:lnTo>
                  <a:pt x="326392" y="893533"/>
                </a:lnTo>
                <a:lnTo>
                  <a:pt x="351562" y="856276"/>
                </a:lnTo>
                <a:lnTo>
                  <a:pt x="377547" y="819627"/>
                </a:lnTo>
                <a:lnTo>
                  <a:pt x="404334" y="783597"/>
                </a:lnTo>
                <a:lnTo>
                  <a:pt x="431909" y="748200"/>
                </a:lnTo>
                <a:lnTo>
                  <a:pt x="460261" y="713450"/>
                </a:lnTo>
                <a:lnTo>
                  <a:pt x="489376" y="679358"/>
                </a:lnTo>
                <a:lnTo>
                  <a:pt x="519240" y="645939"/>
                </a:lnTo>
                <a:lnTo>
                  <a:pt x="549842" y="613204"/>
                </a:lnTo>
                <a:lnTo>
                  <a:pt x="581167" y="581167"/>
                </a:lnTo>
                <a:lnTo>
                  <a:pt x="613204" y="549842"/>
                </a:lnTo>
                <a:lnTo>
                  <a:pt x="645939" y="519240"/>
                </a:lnTo>
                <a:lnTo>
                  <a:pt x="679358" y="489376"/>
                </a:lnTo>
                <a:lnTo>
                  <a:pt x="713450" y="460261"/>
                </a:lnTo>
                <a:lnTo>
                  <a:pt x="748200" y="431909"/>
                </a:lnTo>
                <a:lnTo>
                  <a:pt x="783597" y="404334"/>
                </a:lnTo>
                <a:lnTo>
                  <a:pt x="819627" y="377547"/>
                </a:lnTo>
                <a:lnTo>
                  <a:pt x="856276" y="351562"/>
                </a:lnTo>
                <a:lnTo>
                  <a:pt x="893533" y="326392"/>
                </a:lnTo>
                <a:lnTo>
                  <a:pt x="931384" y="302050"/>
                </a:lnTo>
                <a:lnTo>
                  <a:pt x="969816" y="278549"/>
                </a:lnTo>
                <a:lnTo>
                  <a:pt x="1008816" y="255902"/>
                </a:lnTo>
                <a:lnTo>
                  <a:pt x="1048371" y="234122"/>
                </a:lnTo>
                <a:lnTo>
                  <a:pt x="1088469" y="213221"/>
                </a:lnTo>
                <a:lnTo>
                  <a:pt x="1129095" y="193214"/>
                </a:lnTo>
                <a:lnTo>
                  <a:pt x="1170238" y="174112"/>
                </a:lnTo>
                <a:lnTo>
                  <a:pt x="1211883" y="155930"/>
                </a:lnTo>
                <a:lnTo>
                  <a:pt x="1254019" y="138679"/>
                </a:lnTo>
                <a:lnTo>
                  <a:pt x="1296632" y="122373"/>
                </a:lnTo>
                <a:lnTo>
                  <a:pt x="1339709" y="107025"/>
                </a:lnTo>
                <a:lnTo>
                  <a:pt x="1383237" y="92647"/>
                </a:lnTo>
                <a:lnTo>
                  <a:pt x="1427203" y="79254"/>
                </a:lnTo>
                <a:lnTo>
                  <a:pt x="1471595" y="66857"/>
                </a:lnTo>
                <a:lnTo>
                  <a:pt x="1516399" y="55470"/>
                </a:lnTo>
                <a:lnTo>
                  <a:pt x="1561601" y="45106"/>
                </a:lnTo>
                <a:lnTo>
                  <a:pt x="1607191" y="35778"/>
                </a:lnTo>
                <a:lnTo>
                  <a:pt x="1653153" y="27499"/>
                </a:lnTo>
                <a:lnTo>
                  <a:pt x="1699475" y="20281"/>
                </a:lnTo>
                <a:lnTo>
                  <a:pt x="1746145" y="14138"/>
                </a:lnTo>
                <a:lnTo>
                  <a:pt x="1793149" y="9083"/>
                </a:lnTo>
                <a:lnTo>
                  <a:pt x="1840474" y="5128"/>
                </a:lnTo>
                <a:lnTo>
                  <a:pt x="1888108" y="2288"/>
                </a:lnTo>
                <a:lnTo>
                  <a:pt x="1936037" y="574"/>
                </a:lnTo>
                <a:lnTo>
                  <a:pt x="1984248" y="0"/>
                </a:lnTo>
                <a:lnTo>
                  <a:pt x="2032458" y="574"/>
                </a:lnTo>
                <a:lnTo>
                  <a:pt x="2080387" y="2288"/>
                </a:lnTo>
                <a:lnTo>
                  <a:pt x="2128021" y="5128"/>
                </a:lnTo>
                <a:lnTo>
                  <a:pt x="2175346" y="9083"/>
                </a:lnTo>
                <a:lnTo>
                  <a:pt x="2222350" y="14138"/>
                </a:lnTo>
                <a:lnTo>
                  <a:pt x="2269020" y="20281"/>
                </a:lnTo>
                <a:lnTo>
                  <a:pt x="2315342" y="27499"/>
                </a:lnTo>
                <a:lnTo>
                  <a:pt x="2361304" y="35778"/>
                </a:lnTo>
                <a:lnTo>
                  <a:pt x="2406894" y="45106"/>
                </a:lnTo>
                <a:lnTo>
                  <a:pt x="2452096" y="55470"/>
                </a:lnTo>
                <a:lnTo>
                  <a:pt x="2496900" y="66857"/>
                </a:lnTo>
                <a:lnTo>
                  <a:pt x="2541292" y="79254"/>
                </a:lnTo>
                <a:lnTo>
                  <a:pt x="2585258" y="92647"/>
                </a:lnTo>
                <a:lnTo>
                  <a:pt x="2628786" y="107025"/>
                </a:lnTo>
                <a:lnTo>
                  <a:pt x="2671863" y="122373"/>
                </a:lnTo>
                <a:lnTo>
                  <a:pt x="2714476" y="138679"/>
                </a:lnTo>
                <a:lnTo>
                  <a:pt x="2756612" y="155930"/>
                </a:lnTo>
                <a:lnTo>
                  <a:pt x="2798257" y="174112"/>
                </a:lnTo>
                <a:lnTo>
                  <a:pt x="2839400" y="193214"/>
                </a:lnTo>
                <a:lnTo>
                  <a:pt x="2880026" y="213221"/>
                </a:lnTo>
                <a:lnTo>
                  <a:pt x="2920124" y="234122"/>
                </a:lnTo>
                <a:lnTo>
                  <a:pt x="2959679" y="255902"/>
                </a:lnTo>
                <a:lnTo>
                  <a:pt x="2998679" y="278549"/>
                </a:lnTo>
                <a:lnTo>
                  <a:pt x="3037111" y="302050"/>
                </a:lnTo>
                <a:lnTo>
                  <a:pt x="3074962" y="326392"/>
                </a:lnTo>
                <a:lnTo>
                  <a:pt x="3112219" y="351562"/>
                </a:lnTo>
                <a:lnTo>
                  <a:pt x="3148868" y="377547"/>
                </a:lnTo>
                <a:lnTo>
                  <a:pt x="3184898" y="404334"/>
                </a:lnTo>
                <a:lnTo>
                  <a:pt x="3220295" y="431909"/>
                </a:lnTo>
                <a:lnTo>
                  <a:pt x="3255045" y="460261"/>
                </a:lnTo>
                <a:lnTo>
                  <a:pt x="3289137" y="489376"/>
                </a:lnTo>
                <a:lnTo>
                  <a:pt x="3322556" y="519240"/>
                </a:lnTo>
                <a:lnTo>
                  <a:pt x="3355291" y="549842"/>
                </a:lnTo>
                <a:lnTo>
                  <a:pt x="3387328" y="581167"/>
                </a:lnTo>
                <a:lnTo>
                  <a:pt x="3418653" y="613204"/>
                </a:lnTo>
                <a:lnTo>
                  <a:pt x="3449255" y="645939"/>
                </a:lnTo>
                <a:lnTo>
                  <a:pt x="3479119" y="679358"/>
                </a:lnTo>
                <a:lnTo>
                  <a:pt x="3508234" y="713450"/>
                </a:lnTo>
                <a:lnTo>
                  <a:pt x="3536586" y="748200"/>
                </a:lnTo>
                <a:lnTo>
                  <a:pt x="3564161" y="783597"/>
                </a:lnTo>
                <a:lnTo>
                  <a:pt x="3590948" y="819627"/>
                </a:lnTo>
                <a:lnTo>
                  <a:pt x="3616933" y="856276"/>
                </a:lnTo>
                <a:lnTo>
                  <a:pt x="3642103" y="893533"/>
                </a:lnTo>
                <a:lnTo>
                  <a:pt x="3666445" y="931384"/>
                </a:lnTo>
                <a:lnTo>
                  <a:pt x="3689946" y="969816"/>
                </a:lnTo>
                <a:lnTo>
                  <a:pt x="3712593" y="1008816"/>
                </a:lnTo>
                <a:lnTo>
                  <a:pt x="3734373" y="1048371"/>
                </a:lnTo>
                <a:lnTo>
                  <a:pt x="3755274" y="1088469"/>
                </a:lnTo>
                <a:lnTo>
                  <a:pt x="3775281" y="1129095"/>
                </a:lnTo>
                <a:lnTo>
                  <a:pt x="3794383" y="1170238"/>
                </a:lnTo>
                <a:lnTo>
                  <a:pt x="3812565" y="1211883"/>
                </a:lnTo>
                <a:lnTo>
                  <a:pt x="3829816" y="1254019"/>
                </a:lnTo>
                <a:lnTo>
                  <a:pt x="3846122" y="1296632"/>
                </a:lnTo>
                <a:lnTo>
                  <a:pt x="3861470" y="1339709"/>
                </a:lnTo>
                <a:lnTo>
                  <a:pt x="3875848" y="1383237"/>
                </a:lnTo>
                <a:lnTo>
                  <a:pt x="3889241" y="1427203"/>
                </a:lnTo>
                <a:lnTo>
                  <a:pt x="3901638" y="1471595"/>
                </a:lnTo>
                <a:lnTo>
                  <a:pt x="3913025" y="1516399"/>
                </a:lnTo>
                <a:lnTo>
                  <a:pt x="3923389" y="1561601"/>
                </a:lnTo>
                <a:lnTo>
                  <a:pt x="3932717" y="1607191"/>
                </a:lnTo>
                <a:lnTo>
                  <a:pt x="3940996" y="1653153"/>
                </a:lnTo>
                <a:lnTo>
                  <a:pt x="3948214" y="1699475"/>
                </a:lnTo>
                <a:lnTo>
                  <a:pt x="3954357" y="1746145"/>
                </a:lnTo>
                <a:lnTo>
                  <a:pt x="3959412" y="1793149"/>
                </a:lnTo>
                <a:lnTo>
                  <a:pt x="3963367" y="1840474"/>
                </a:lnTo>
                <a:lnTo>
                  <a:pt x="3966207" y="1888108"/>
                </a:lnTo>
                <a:lnTo>
                  <a:pt x="3967921" y="1936037"/>
                </a:lnTo>
                <a:lnTo>
                  <a:pt x="3968496" y="1984247"/>
                </a:lnTo>
                <a:lnTo>
                  <a:pt x="3967921" y="2032458"/>
                </a:lnTo>
                <a:lnTo>
                  <a:pt x="3966207" y="2080387"/>
                </a:lnTo>
                <a:lnTo>
                  <a:pt x="3963367" y="2128021"/>
                </a:lnTo>
                <a:lnTo>
                  <a:pt x="3959412" y="2175346"/>
                </a:lnTo>
                <a:lnTo>
                  <a:pt x="3954357" y="2222350"/>
                </a:lnTo>
                <a:lnTo>
                  <a:pt x="3948214" y="2269020"/>
                </a:lnTo>
                <a:lnTo>
                  <a:pt x="3940996" y="2315342"/>
                </a:lnTo>
                <a:lnTo>
                  <a:pt x="3932717" y="2361304"/>
                </a:lnTo>
                <a:lnTo>
                  <a:pt x="3923389" y="2406894"/>
                </a:lnTo>
                <a:lnTo>
                  <a:pt x="3913025" y="2452096"/>
                </a:lnTo>
                <a:lnTo>
                  <a:pt x="3901638" y="2496900"/>
                </a:lnTo>
                <a:lnTo>
                  <a:pt x="3889241" y="2541292"/>
                </a:lnTo>
                <a:lnTo>
                  <a:pt x="3875848" y="2585258"/>
                </a:lnTo>
                <a:lnTo>
                  <a:pt x="3861470" y="2628786"/>
                </a:lnTo>
                <a:lnTo>
                  <a:pt x="3846122" y="2671863"/>
                </a:lnTo>
                <a:lnTo>
                  <a:pt x="3829816" y="2714476"/>
                </a:lnTo>
                <a:lnTo>
                  <a:pt x="3812565" y="2756612"/>
                </a:lnTo>
                <a:lnTo>
                  <a:pt x="3794383" y="2798257"/>
                </a:lnTo>
                <a:lnTo>
                  <a:pt x="3775281" y="2839400"/>
                </a:lnTo>
                <a:lnTo>
                  <a:pt x="3755274" y="2880026"/>
                </a:lnTo>
                <a:lnTo>
                  <a:pt x="3734373" y="2920124"/>
                </a:lnTo>
                <a:lnTo>
                  <a:pt x="3712593" y="2959679"/>
                </a:lnTo>
                <a:lnTo>
                  <a:pt x="3689946" y="2998679"/>
                </a:lnTo>
                <a:lnTo>
                  <a:pt x="3666445" y="3037111"/>
                </a:lnTo>
                <a:lnTo>
                  <a:pt x="3642103" y="3074962"/>
                </a:lnTo>
                <a:lnTo>
                  <a:pt x="3616933" y="3112219"/>
                </a:lnTo>
                <a:lnTo>
                  <a:pt x="3590948" y="3148868"/>
                </a:lnTo>
                <a:lnTo>
                  <a:pt x="3564161" y="3184898"/>
                </a:lnTo>
                <a:lnTo>
                  <a:pt x="3536586" y="3220295"/>
                </a:lnTo>
                <a:lnTo>
                  <a:pt x="3508234" y="3255045"/>
                </a:lnTo>
                <a:lnTo>
                  <a:pt x="3479119" y="3289137"/>
                </a:lnTo>
                <a:lnTo>
                  <a:pt x="3449255" y="3322556"/>
                </a:lnTo>
                <a:lnTo>
                  <a:pt x="3418653" y="3355291"/>
                </a:lnTo>
                <a:lnTo>
                  <a:pt x="3387328" y="3387328"/>
                </a:lnTo>
                <a:lnTo>
                  <a:pt x="3355291" y="3418653"/>
                </a:lnTo>
                <a:lnTo>
                  <a:pt x="3322556" y="3449255"/>
                </a:lnTo>
                <a:lnTo>
                  <a:pt x="3289137" y="3479119"/>
                </a:lnTo>
                <a:lnTo>
                  <a:pt x="3255045" y="3508234"/>
                </a:lnTo>
                <a:lnTo>
                  <a:pt x="3220295" y="3536586"/>
                </a:lnTo>
                <a:lnTo>
                  <a:pt x="3184898" y="3564161"/>
                </a:lnTo>
                <a:lnTo>
                  <a:pt x="3148868" y="3590948"/>
                </a:lnTo>
                <a:lnTo>
                  <a:pt x="3112219" y="3616933"/>
                </a:lnTo>
                <a:lnTo>
                  <a:pt x="3074962" y="3642103"/>
                </a:lnTo>
                <a:lnTo>
                  <a:pt x="3037111" y="3666445"/>
                </a:lnTo>
                <a:lnTo>
                  <a:pt x="2998679" y="3689946"/>
                </a:lnTo>
                <a:lnTo>
                  <a:pt x="2959679" y="3712593"/>
                </a:lnTo>
                <a:lnTo>
                  <a:pt x="2920124" y="3734373"/>
                </a:lnTo>
                <a:lnTo>
                  <a:pt x="2880026" y="3755274"/>
                </a:lnTo>
                <a:lnTo>
                  <a:pt x="2839400" y="3775281"/>
                </a:lnTo>
                <a:lnTo>
                  <a:pt x="2798257" y="3794383"/>
                </a:lnTo>
                <a:lnTo>
                  <a:pt x="2756612" y="3812565"/>
                </a:lnTo>
                <a:lnTo>
                  <a:pt x="2714476" y="3829816"/>
                </a:lnTo>
                <a:lnTo>
                  <a:pt x="2671863" y="3846122"/>
                </a:lnTo>
                <a:lnTo>
                  <a:pt x="2628786" y="3861470"/>
                </a:lnTo>
                <a:lnTo>
                  <a:pt x="2585258" y="3875848"/>
                </a:lnTo>
                <a:lnTo>
                  <a:pt x="2541292" y="3889241"/>
                </a:lnTo>
                <a:lnTo>
                  <a:pt x="2496900" y="3901638"/>
                </a:lnTo>
                <a:lnTo>
                  <a:pt x="2452096" y="3913025"/>
                </a:lnTo>
                <a:lnTo>
                  <a:pt x="2406894" y="3923389"/>
                </a:lnTo>
                <a:lnTo>
                  <a:pt x="2361304" y="3932717"/>
                </a:lnTo>
                <a:lnTo>
                  <a:pt x="2315342" y="3940996"/>
                </a:lnTo>
                <a:lnTo>
                  <a:pt x="2269020" y="3948214"/>
                </a:lnTo>
                <a:lnTo>
                  <a:pt x="2222350" y="3954357"/>
                </a:lnTo>
                <a:lnTo>
                  <a:pt x="2175346" y="3959412"/>
                </a:lnTo>
                <a:lnTo>
                  <a:pt x="2128021" y="3963367"/>
                </a:lnTo>
                <a:lnTo>
                  <a:pt x="2080387" y="3966207"/>
                </a:lnTo>
                <a:lnTo>
                  <a:pt x="2032458" y="3967921"/>
                </a:lnTo>
                <a:lnTo>
                  <a:pt x="1984248" y="3968495"/>
                </a:lnTo>
                <a:lnTo>
                  <a:pt x="1936037" y="3967921"/>
                </a:lnTo>
                <a:lnTo>
                  <a:pt x="1888108" y="3966207"/>
                </a:lnTo>
                <a:lnTo>
                  <a:pt x="1840474" y="3963367"/>
                </a:lnTo>
                <a:lnTo>
                  <a:pt x="1793149" y="3959412"/>
                </a:lnTo>
                <a:lnTo>
                  <a:pt x="1746145" y="3954357"/>
                </a:lnTo>
                <a:lnTo>
                  <a:pt x="1699475" y="3948214"/>
                </a:lnTo>
                <a:lnTo>
                  <a:pt x="1653153" y="3940996"/>
                </a:lnTo>
                <a:lnTo>
                  <a:pt x="1607191" y="3932717"/>
                </a:lnTo>
                <a:lnTo>
                  <a:pt x="1561601" y="3923389"/>
                </a:lnTo>
                <a:lnTo>
                  <a:pt x="1516399" y="3913025"/>
                </a:lnTo>
                <a:lnTo>
                  <a:pt x="1471595" y="3901638"/>
                </a:lnTo>
                <a:lnTo>
                  <a:pt x="1427203" y="3889241"/>
                </a:lnTo>
                <a:lnTo>
                  <a:pt x="1383237" y="3875848"/>
                </a:lnTo>
                <a:lnTo>
                  <a:pt x="1339709" y="3861470"/>
                </a:lnTo>
                <a:lnTo>
                  <a:pt x="1296632" y="3846122"/>
                </a:lnTo>
                <a:lnTo>
                  <a:pt x="1254019" y="3829816"/>
                </a:lnTo>
                <a:lnTo>
                  <a:pt x="1211883" y="3812565"/>
                </a:lnTo>
                <a:lnTo>
                  <a:pt x="1170238" y="3794383"/>
                </a:lnTo>
                <a:lnTo>
                  <a:pt x="1129095" y="3775281"/>
                </a:lnTo>
                <a:lnTo>
                  <a:pt x="1088469" y="3755274"/>
                </a:lnTo>
                <a:lnTo>
                  <a:pt x="1048371" y="3734373"/>
                </a:lnTo>
                <a:lnTo>
                  <a:pt x="1008816" y="3712593"/>
                </a:lnTo>
                <a:lnTo>
                  <a:pt x="969816" y="3689946"/>
                </a:lnTo>
                <a:lnTo>
                  <a:pt x="931384" y="3666445"/>
                </a:lnTo>
                <a:lnTo>
                  <a:pt x="893533" y="3642103"/>
                </a:lnTo>
                <a:lnTo>
                  <a:pt x="856276" y="3616933"/>
                </a:lnTo>
                <a:lnTo>
                  <a:pt x="819627" y="3590948"/>
                </a:lnTo>
                <a:lnTo>
                  <a:pt x="783597" y="3564161"/>
                </a:lnTo>
                <a:lnTo>
                  <a:pt x="748200" y="3536586"/>
                </a:lnTo>
                <a:lnTo>
                  <a:pt x="713450" y="3508234"/>
                </a:lnTo>
                <a:lnTo>
                  <a:pt x="679358" y="3479119"/>
                </a:lnTo>
                <a:lnTo>
                  <a:pt x="645939" y="3449255"/>
                </a:lnTo>
                <a:lnTo>
                  <a:pt x="613204" y="3418653"/>
                </a:lnTo>
                <a:lnTo>
                  <a:pt x="581167" y="3387328"/>
                </a:lnTo>
                <a:lnTo>
                  <a:pt x="549842" y="3355291"/>
                </a:lnTo>
                <a:lnTo>
                  <a:pt x="519240" y="3322556"/>
                </a:lnTo>
                <a:lnTo>
                  <a:pt x="489376" y="3289137"/>
                </a:lnTo>
                <a:lnTo>
                  <a:pt x="460261" y="3255045"/>
                </a:lnTo>
                <a:lnTo>
                  <a:pt x="431909" y="3220295"/>
                </a:lnTo>
                <a:lnTo>
                  <a:pt x="404334" y="3184898"/>
                </a:lnTo>
                <a:lnTo>
                  <a:pt x="377547" y="3148868"/>
                </a:lnTo>
                <a:lnTo>
                  <a:pt x="351562" y="3112219"/>
                </a:lnTo>
                <a:lnTo>
                  <a:pt x="326392" y="3074962"/>
                </a:lnTo>
                <a:lnTo>
                  <a:pt x="302050" y="3037111"/>
                </a:lnTo>
                <a:lnTo>
                  <a:pt x="278549" y="2998679"/>
                </a:lnTo>
                <a:lnTo>
                  <a:pt x="255902" y="2959679"/>
                </a:lnTo>
                <a:lnTo>
                  <a:pt x="234122" y="2920124"/>
                </a:lnTo>
                <a:lnTo>
                  <a:pt x="213221" y="2880026"/>
                </a:lnTo>
                <a:lnTo>
                  <a:pt x="193214" y="2839400"/>
                </a:lnTo>
                <a:lnTo>
                  <a:pt x="174112" y="2798257"/>
                </a:lnTo>
                <a:lnTo>
                  <a:pt x="155930" y="2756612"/>
                </a:lnTo>
                <a:lnTo>
                  <a:pt x="138679" y="2714476"/>
                </a:lnTo>
                <a:lnTo>
                  <a:pt x="122373" y="2671863"/>
                </a:lnTo>
                <a:lnTo>
                  <a:pt x="107025" y="2628786"/>
                </a:lnTo>
                <a:lnTo>
                  <a:pt x="92647" y="2585258"/>
                </a:lnTo>
                <a:lnTo>
                  <a:pt x="79254" y="2541292"/>
                </a:lnTo>
                <a:lnTo>
                  <a:pt x="66857" y="2496900"/>
                </a:lnTo>
                <a:lnTo>
                  <a:pt x="55470" y="2452096"/>
                </a:lnTo>
                <a:lnTo>
                  <a:pt x="45106" y="2406894"/>
                </a:lnTo>
                <a:lnTo>
                  <a:pt x="35778" y="2361304"/>
                </a:lnTo>
                <a:lnTo>
                  <a:pt x="27499" y="2315342"/>
                </a:lnTo>
                <a:lnTo>
                  <a:pt x="20281" y="2269020"/>
                </a:lnTo>
                <a:lnTo>
                  <a:pt x="14138" y="2222350"/>
                </a:lnTo>
                <a:lnTo>
                  <a:pt x="9083" y="2175346"/>
                </a:lnTo>
                <a:lnTo>
                  <a:pt x="5128" y="2128021"/>
                </a:lnTo>
                <a:lnTo>
                  <a:pt x="2288" y="2080387"/>
                </a:lnTo>
                <a:lnTo>
                  <a:pt x="574" y="2032458"/>
                </a:lnTo>
                <a:lnTo>
                  <a:pt x="0" y="1984247"/>
                </a:lnTo>
                <a:close/>
              </a:path>
            </a:pathLst>
          </a:custGeom>
          <a:ln w="12700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6"/>
          <p:cNvSpPr/>
          <p:nvPr/>
        </p:nvSpPr>
        <p:spPr>
          <a:xfrm>
            <a:off x="5270957" y="2299939"/>
            <a:ext cx="1694814" cy="1696720"/>
          </a:xfrm>
          <a:custGeom>
            <a:avLst/>
            <a:gdLst/>
            <a:ahLst/>
            <a:cxnLst/>
            <a:rect l="l" t="t" r="r" b="b"/>
            <a:pathLst>
              <a:path w="1694815" h="1696720">
                <a:moveTo>
                  <a:pt x="847344" y="0"/>
                </a:moveTo>
                <a:lnTo>
                  <a:pt x="799258" y="1342"/>
                </a:lnTo>
                <a:lnTo>
                  <a:pt x="751877" y="5322"/>
                </a:lnTo>
                <a:lnTo>
                  <a:pt x="705271" y="11868"/>
                </a:lnTo>
                <a:lnTo>
                  <a:pt x="659513" y="20909"/>
                </a:lnTo>
                <a:lnTo>
                  <a:pt x="614672" y="32372"/>
                </a:lnTo>
                <a:lnTo>
                  <a:pt x="570822" y="46186"/>
                </a:lnTo>
                <a:lnTo>
                  <a:pt x="528034" y="62280"/>
                </a:lnTo>
                <a:lnTo>
                  <a:pt x="486378" y="80581"/>
                </a:lnTo>
                <a:lnTo>
                  <a:pt x="445927" y="101019"/>
                </a:lnTo>
                <a:lnTo>
                  <a:pt x="406752" y="123521"/>
                </a:lnTo>
                <a:lnTo>
                  <a:pt x="368924" y="148016"/>
                </a:lnTo>
                <a:lnTo>
                  <a:pt x="332516" y="174433"/>
                </a:lnTo>
                <a:lnTo>
                  <a:pt x="297598" y="202700"/>
                </a:lnTo>
                <a:lnTo>
                  <a:pt x="264243" y="232745"/>
                </a:lnTo>
                <a:lnTo>
                  <a:pt x="232521" y="264496"/>
                </a:lnTo>
                <a:lnTo>
                  <a:pt x="202504" y="297882"/>
                </a:lnTo>
                <a:lnTo>
                  <a:pt x="174265" y="332832"/>
                </a:lnTo>
                <a:lnTo>
                  <a:pt x="147873" y="369274"/>
                </a:lnTo>
                <a:lnTo>
                  <a:pt x="123401" y="407135"/>
                </a:lnTo>
                <a:lnTo>
                  <a:pt x="100920" y="446345"/>
                </a:lnTo>
                <a:lnTo>
                  <a:pt x="80502" y="486833"/>
                </a:lnTo>
                <a:lnTo>
                  <a:pt x="62218" y="528525"/>
                </a:lnTo>
                <a:lnTo>
                  <a:pt x="46140" y="571351"/>
                </a:lnTo>
                <a:lnTo>
                  <a:pt x="32340" y="615239"/>
                </a:lnTo>
                <a:lnTo>
                  <a:pt x="20888" y="660118"/>
                </a:lnTo>
                <a:lnTo>
                  <a:pt x="11857" y="705916"/>
                </a:lnTo>
                <a:lnTo>
                  <a:pt x="5317" y="752560"/>
                </a:lnTo>
                <a:lnTo>
                  <a:pt x="1341" y="799981"/>
                </a:lnTo>
                <a:lnTo>
                  <a:pt x="0" y="848106"/>
                </a:lnTo>
                <a:lnTo>
                  <a:pt x="1341" y="896230"/>
                </a:lnTo>
                <a:lnTo>
                  <a:pt x="5317" y="943651"/>
                </a:lnTo>
                <a:lnTo>
                  <a:pt x="11857" y="990295"/>
                </a:lnTo>
                <a:lnTo>
                  <a:pt x="20888" y="1036093"/>
                </a:lnTo>
                <a:lnTo>
                  <a:pt x="32340" y="1080972"/>
                </a:lnTo>
                <a:lnTo>
                  <a:pt x="46140" y="1124860"/>
                </a:lnTo>
                <a:lnTo>
                  <a:pt x="62218" y="1167686"/>
                </a:lnTo>
                <a:lnTo>
                  <a:pt x="80502" y="1209378"/>
                </a:lnTo>
                <a:lnTo>
                  <a:pt x="100920" y="1249866"/>
                </a:lnTo>
                <a:lnTo>
                  <a:pt x="123401" y="1289076"/>
                </a:lnTo>
                <a:lnTo>
                  <a:pt x="147873" y="1326937"/>
                </a:lnTo>
                <a:lnTo>
                  <a:pt x="174265" y="1363379"/>
                </a:lnTo>
                <a:lnTo>
                  <a:pt x="202504" y="1398329"/>
                </a:lnTo>
                <a:lnTo>
                  <a:pt x="232521" y="1431715"/>
                </a:lnTo>
                <a:lnTo>
                  <a:pt x="264243" y="1463466"/>
                </a:lnTo>
                <a:lnTo>
                  <a:pt x="297598" y="1493511"/>
                </a:lnTo>
                <a:lnTo>
                  <a:pt x="332516" y="1521778"/>
                </a:lnTo>
                <a:lnTo>
                  <a:pt x="368924" y="1548195"/>
                </a:lnTo>
                <a:lnTo>
                  <a:pt x="406752" y="1572690"/>
                </a:lnTo>
                <a:lnTo>
                  <a:pt x="445927" y="1595192"/>
                </a:lnTo>
                <a:lnTo>
                  <a:pt x="486378" y="1615630"/>
                </a:lnTo>
                <a:lnTo>
                  <a:pt x="528034" y="1633931"/>
                </a:lnTo>
                <a:lnTo>
                  <a:pt x="570822" y="1650025"/>
                </a:lnTo>
                <a:lnTo>
                  <a:pt x="614672" y="1663839"/>
                </a:lnTo>
                <a:lnTo>
                  <a:pt x="659513" y="1675302"/>
                </a:lnTo>
                <a:lnTo>
                  <a:pt x="705271" y="1684343"/>
                </a:lnTo>
                <a:lnTo>
                  <a:pt x="751877" y="1690889"/>
                </a:lnTo>
                <a:lnTo>
                  <a:pt x="799258" y="1694869"/>
                </a:lnTo>
                <a:lnTo>
                  <a:pt x="847344" y="1696212"/>
                </a:lnTo>
                <a:lnTo>
                  <a:pt x="895429" y="1694869"/>
                </a:lnTo>
                <a:lnTo>
                  <a:pt x="942810" y="1690889"/>
                </a:lnTo>
                <a:lnTo>
                  <a:pt x="989416" y="1684343"/>
                </a:lnTo>
                <a:lnTo>
                  <a:pt x="1035174" y="1675302"/>
                </a:lnTo>
                <a:lnTo>
                  <a:pt x="1080015" y="1663839"/>
                </a:lnTo>
                <a:lnTo>
                  <a:pt x="1123865" y="1650025"/>
                </a:lnTo>
                <a:lnTo>
                  <a:pt x="1166653" y="1633931"/>
                </a:lnTo>
                <a:lnTo>
                  <a:pt x="1208309" y="1615630"/>
                </a:lnTo>
                <a:lnTo>
                  <a:pt x="1248760" y="1595192"/>
                </a:lnTo>
                <a:lnTo>
                  <a:pt x="1287935" y="1572690"/>
                </a:lnTo>
                <a:lnTo>
                  <a:pt x="1325763" y="1548195"/>
                </a:lnTo>
                <a:lnTo>
                  <a:pt x="1362171" y="1521778"/>
                </a:lnTo>
                <a:lnTo>
                  <a:pt x="1397089" y="1493511"/>
                </a:lnTo>
                <a:lnTo>
                  <a:pt x="1430444" y="1463466"/>
                </a:lnTo>
                <a:lnTo>
                  <a:pt x="1462166" y="1431715"/>
                </a:lnTo>
                <a:lnTo>
                  <a:pt x="1492183" y="1398329"/>
                </a:lnTo>
                <a:lnTo>
                  <a:pt x="1520422" y="1363379"/>
                </a:lnTo>
                <a:lnTo>
                  <a:pt x="1546814" y="1326937"/>
                </a:lnTo>
                <a:lnTo>
                  <a:pt x="1571286" y="1289076"/>
                </a:lnTo>
                <a:lnTo>
                  <a:pt x="1593767" y="1249866"/>
                </a:lnTo>
                <a:lnTo>
                  <a:pt x="1614185" y="1209378"/>
                </a:lnTo>
                <a:lnTo>
                  <a:pt x="1632469" y="1167686"/>
                </a:lnTo>
                <a:lnTo>
                  <a:pt x="1648547" y="1124860"/>
                </a:lnTo>
                <a:lnTo>
                  <a:pt x="1662347" y="1080972"/>
                </a:lnTo>
                <a:lnTo>
                  <a:pt x="1673799" y="1036093"/>
                </a:lnTo>
                <a:lnTo>
                  <a:pt x="1682830" y="990295"/>
                </a:lnTo>
                <a:lnTo>
                  <a:pt x="1689370" y="943651"/>
                </a:lnTo>
                <a:lnTo>
                  <a:pt x="1693346" y="896230"/>
                </a:lnTo>
                <a:lnTo>
                  <a:pt x="1694688" y="848106"/>
                </a:lnTo>
                <a:lnTo>
                  <a:pt x="1693346" y="799981"/>
                </a:lnTo>
                <a:lnTo>
                  <a:pt x="1689370" y="752560"/>
                </a:lnTo>
                <a:lnTo>
                  <a:pt x="1682830" y="705916"/>
                </a:lnTo>
                <a:lnTo>
                  <a:pt x="1673799" y="660118"/>
                </a:lnTo>
                <a:lnTo>
                  <a:pt x="1662347" y="615239"/>
                </a:lnTo>
                <a:lnTo>
                  <a:pt x="1648547" y="571351"/>
                </a:lnTo>
                <a:lnTo>
                  <a:pt x="1632469" y="528525"/>
                </a:lnTo>
                <a:lnTo>
                  <a:pt x="1614185" y="486833"/>
                </a:lnTo>
                <a:lnTo>
                  <a:pt x="1593767" y="446345"/>
                </a:lnTo>
                <a:lnTo>
                  <a:pt x="1571286" y="407135"/>
                </a:lnTo>
                <a:lnTo>
                  <a:pt x="1546814" y="369274"/>
                </a:lnTo>
                <a:lnTo>
                  <a:pt x="1520422" y="332832"/>
                </a:lnTo>
                <a:lnTo>
                  <a:pt x="1492183" y="297882"/>
                </a:lnTo>
                <a:lnTo>
                  <a:pt x="1462166" y="264496"/>
                </a:lnTo>
                <a:lnTo>
                  <a:pt x="1430444" y="232745"/>
                </a:lnTo>
                <a:lnTo>
                  <a:pt x="1397089" y="202700"/>
                </a:lnTo>
                <a:lnTo>
                  <a:pt x="1362171" y="174433"/>
                </a:lnTo>
                <a:lnTo>
                  <a:pt x="1325763" y="148016"/>
                </a:lnTo>
                <a:lnTo>
                  <a:pt x="1287935" y="123521"/>
                </a:lnTo>
                <a:lnTo>
                  <a:pt x="1248760" y="101019"/>
                </a:lnTo>
                <a:lnTo>
                  <a:pt x="1208309" y="80581"/>
                </a:lnTo>
                <a:lnTo>
                  <a:pt x="1166653" y="62280"/>
                </a:lnTo>
                <a:lnTo>
                  <a:pt x="1123865" y="46186"/>
                </a:lnTo>
                <a:lnTo>
                  <a:pt x="1080015" y="32372"/>
                </a:lnTo>
                <a:lnTo>
                  <a:pt x="1035174" y="20909"/>
                </a:lnTo>
                <a:lnTo>
                  <a:pt x="989416" y="11868"/>
                </a:lnTo>
                <a:lnTo>
                  <a:pt x="942810" y="5322"/>
                </a:lnTo>
                <a:lnTo>
                  <a:pt x="895429" y="1342"/>
                </a:lnTo>
                <a:lnTo>
                  <a:pt x="847344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7"/>
          <p:cNvSpPr txBox="1"/>
          <p:nvPr/>
        </p:nvSpPr>
        <p:spPr>
          <a:xfrm>
            <a:off x="5627955" y="2994121"/>
            <a:ext cx="981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800" b="1" spc="-95" dirty="0" smtClean="0">
                <a:solidFill>
                  <a:srgbClr val="FFFFFF"/>
                </a:solidFill>
                <a:latin typeface="Tahoma"/>
                <a:cs typeface="Tahoma"/>
              </a:rPr>
              <a:t>KPI</a:t>
            </a:r>
            <a:endParaRPr sz="1800" dirty="0">
              <a:latin typeface="Tahoma"/>
              <a:cs typeface="Tahoma"/>
            </a:endParaRPr>
          </a:p>
        </p:txBody>
      </p:sp>
      <p:cxnSp>
        <p:nvCxnSpPr>
          <p:cNvPr id="31" name="Elbow Connector 30"/>
          <p:cNvCxnSpPr/>
          <p:nvPr/>
        </p:nvCxnSpPr>
        <p:spPr>
          <a:xfrm rot="10800000">
            <a:off x="3236750" y="2257518"/>
            <a:ext cx="2110409" cy="610876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/>
          <p:nvPr/>
        </p:nvCxnSpPr>
        <p:spPr>
          <a:xfrm>
            <a:off x="6965771" y="3293841"/>
            <a:ext cx="1962996" cy="55172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/>
          <p:cNvCxnSpPr/>
          <p:nvPr/>
        </p:nvCxnSpPr>
        <p:spPr>
          <a:xfrm rot="10800000" flipV="1">
            <a:off x="3236750" y="3368771"/>
            <a:ext cx="2072309" cy="62788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/>
          <p:cNvCxnSpPr>
            <a:endCxn id="24" idx="1"/>
          </p:cNvCxnSpPr>
          <p:nvPr/>
        </p:nvCxnSpPr>
        <p:spPr>
          <a:xfrm flipV="1">
            <a:off x="6965771" y="2194653"/>
            <a:ext cx="1988836" cy="673742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4171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7" grpId="0" animBg="1"/>
      <p:bldP spid="28" grpId="0" animBg="1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 txBox="1">
            <a:spLocks noGrp="1"/>
          </p:cNvSpPr>
          <p:nvPr>
            <p:ph type="title"/>
          </p:nvPr>
        </p:nvSpPr>
        <p:spPr>
          <a:xfrm>
            <a:off x="4598923" y="322932"/>
            <a:ext cx="2994532" cy="39959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3275"/>
              </a:lnSpc>
              <a:spcBef>
                <a:spcPts val="95"/>
              </a:spcBef>
            </a:pPr>
            <a:r>
              <a:rPr lang="en-US" sz="2400" spc="-20" dirty="0" smtClean="0">
                <a:latin typeface="Arial" panose="020B0604020202020204" pitchFamily="34" charset="0"/>
                <a:cs typeface="Arial" panose="020B0604020202020204" pitchFamily="34" charset="0"/>
              </a:rPr>
              <a:t>EXCEL dashboard</a:t>
            </a:r>
            <a:endParaRPr sz="2400" spc="-2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3"/>
          <p:cNvSpPr/>
          <p:nvPr/>
        </p:nvSpPr>
        <p:spPr>
          <a:xfrm>
            <a:off x="0" y="484631"/>
            <a:ext cx="4124325" cy="76200"/>
          </a:xfrm>
          <a:custGeom>
            <a:avLst/>
            <a:gdLst/>
            <a:ahLst/>
            <a:cxnLst/>
            <a:rect l="l" t="t" r="r" b="b"/>
            <a:pathLst>
              <a:path w="4124325" h="76200">
                <a:moveTo>
                  <a:pt x="4086225" y="0"/>
                </a:moveTo>
                <a:lnTo>
                  <a:pt x="4071377" y="2988"/>
                </a:lnTo>
                <a:lnTo>
                  <a:pt x="4059269" y="11144"/>
                </a:lnTo>
                <a:lnTo>
                  <a:pt x="4051113" y="23252"/>
                </a:lnTo>
                <a:lnTo>
                  <a:pt x="4048125" y="38100"/>
                </a:lnTo>
                <a:lnTo>
                  <a:pt x="4051113" y="52947"/>
                </a:lnTo>
                <a:lnTo>
                  <a:pt x="4059269" y="65055"/>
                </a:lnTo>
                <a:lnTo>
                  <a:pt x="4071377" y="73211"/>
                </a:lnTo>
                <a:lnTo>
                  <a:pt x="4086225" y="76200"/>
                </a:lnTo>
                <a:lnTo>
                  <a:pt x="4101072" y="73211"/>
                </a:lnTo>
                <a:lnTo>
                  <a:pt x="4113180" y="65055"/>
                </a:lnTo>
                <a:lnTo>
                  <a:pt x="4121336" y="52947"/>
                </a:lnTo>
                <a:lnTo>
                  <a:pt x="4123046" y="44450"/>
                </a:lnTo>
                <a:lnTo>
                  <a:pt x="4086225" y="44450"/>
                </a:lnTo>
                <a:lnTo>
                  <a:pt x="4086225" y="31750"/>
                </a:lnTo>
                <a:lnTo>
                  <a:pt x="4123046" y="31750"/>
                </a:lnTo>
                <a:lnTo>
                  <a:pt x="4121336" y="23252"/>
                </a:lnTo>
                <a:lnTo>
                  <a:pt x="4113180" y="11144"/>
                </a:lnTo>
                <a:lnTo>
                  <a:pt x="4101072" y="2988"/>
                </a:lnTo>
                <a:lnTo>
                  <a:pt x="4086225" y="0"/>
                </a:lnTo>
                <a:close/>
              </a:path>
              <a:path w="4124325" h="76200">
                <a:moveTo>
                  <a:pt x="4049403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049403" y="44450"/>
                </a:lnTo>
                <a:lnTo>
                  <a:pt x="4048125" y="38100"/>
                </a:lnTo>
                <a:lnTo>
                  <a:pt x="4049403" y="31750"/>
                </a:lnTo>
                <a:close/>
              </a:path>
              <a:path w="4124325" h="76200">
                <a:moveTo>
                  <a:pt x="4123046" y="31750"/>
                </a:moveTo>
                <a:lnTo>
                  <a:pt x="4086225" y="31750"/>
                </a:lnTo>
                <a:lnTo>
                  <a:pt x="4086225" y="44450"/>
                </a:lnTo>
                <a:lnTo>
                  <a:pt x="4123046" y="44450"/>
                </a:lnTo>
                <a:lnTo>
                  <a:pt x="4124325" y="38100"/>
                </a:lnTo>
                <a:lnTo>
                  <a:pt x="4123046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 rot="10800000">
            <a:off x="8068054" y="484631"/>
            <a:ext cx="4124325" cy="76200"/>
          </a:xfrm>
          <a:custGeom>
            <a:avLst/>
            <a:gdLst/>
            <a:ahLst/>
            <a:cxnLst/>
            <a:rect l="l" t="t" r="r" b="b"/>
            <a:pathLst>
              <a:path w="4124325" h="76200">
                <a:moveTo>
                  <a:pt x="4086225" y="0"/>
                </a:moveTo>
                <a:lnTo>
                  <a:pt x="4071377" y="2988"/>
                </a:lnTo>
                <a:lnTo>
                  <a:pt x="4059269" y="11144"/>
                </a:lnTo>
                <a:lnTo>
                  <a:pt x="4051113" y="23252"/>
                </a:lnTo>
                <a:lnTo>
                  <a:pt x="4048125" y="38100"/>
                </a:lnTo>
                <a:lnTo>
                  <a:pt x="4051113" y="52947"/>
                </a:lnTo>
                <a:lnTo>
                  <a:pt x="4059269" y="65055"/>
                </a:lnTo>
                <a:lnTo>
                  <a:pt x="4071377" y="73211"/>
                </a:lnTo>
                <a:lnTo>
                  <a:pt x="4086225" y="76200"/>
                </a:lnTo>
                <a:lnTo>
                  <a:pt x="4101072" y="73211"/>
                </a:lnTo>
                <a:lnTo>
                  <a:pt x="4113180" y="65055"/>
                </a:lnTo>
                <a:lnTo>
                  <a:pt x="4121336" y="52947"/>
                </a:lnTo>
                <a:lnTo>
                  <a:pt x="4123046" y="44450"/>
                </a:lnTo>
                <a:lnTo>
                  <a:pt x="4086225" y="44450"/>
                </a:lnTo>
                <a:lnTo>
                  <a:pt x="4086225" y="31750"/>
                </a:lnTo>
                <a:lnTo>
                  <a:pt x="4123046" y="31750"/>
                </a:lnTo>
                <a:lnTo>
                  <a:pt x="4121336" y="23252"/>
                </a:lnTo>
                <a:lnTo>
                  <a:pt x="4113180" y="11144"/>
                </a:lnTo>
                <a:lnTo>
                  <a:pt x="4101072" y="2988"/>
                </a:lnTo>
                <a:lnTo>
                  <a:pt x="4086225" y="0"/>
                </a:lnTo>
                <a:close/>
              </a:path>
              <a:path w="4124325" h="76200">
                <a:moveTo>
                  <a:pt x="4049403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049403" y="44450"/>
                </a:lnTo>
                <a:lnTo>
                  <a:pt x="4048125" y="38100"/>
                </a:lnTo>
                <a:lnTo>
                  <a:pt x="4049403" y="31750"/>
                </a:lnTo>
                <a:close/>
              </a:path>
              <a:path w="4124325" h="76200">
                <a:moveTo>
                  <a:pt x="4123046" y="31750"/>
                </a:moveTo>
                <a:lnTo>
                  <a:pt x="4086225" y="31750"/>
                </a:lnTo>
                <a:lnTo>
                  <a:pt x="4086225" y="44450"/>
                </a:lnTo>
                <a:lnTo>
                  <a:pt x="4123046" y="44450"/>
                </a:lnTo>
                <a:lnTo>
                  <a:pt x="4124325" y="38100"/>
                </a:lnTo>
                <a:lnTo>
                  <a:pt x="4123046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760" r="434" b="2126"/>
          <a:stretch/>
        </p:blipFill>
        <p:spPr>
          <a:xfrm>
            <a:off x="905296" y="722529"/>
            <a:ext cx="10381785" cy="4830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143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0" y="484631"/>
            <a:ext cx="4928870" cy="76200"/>
          </a:xfrm>
          <a:custGeom>
            <a:avLst/>
            <a:gdLst/>
            <a:ahLst/>
            <a:cxnLst/>
            <a:rect l="l" t="t" r="r" b="b"/>
            <a:pathLst>
              <a:path w="4928870" h="76200">
                <a:moveTo>
                  <a:pt x="4890643" y="0"/>
                </a:moveTo>
                <a:lnTo>
                  <a:pt x="4875795" y="2988"/>
                </a:lnTo>
                <a:lnTo>
                  <a:pt x="4863687" y="11144"/>
                </a:lnTo>
                <a:lnTo>
                  <a:pt x="4855531" y="23252"/>
                </a:lnTo>
                <a:lnTo>
                  <a:pt x="4852543" y="38100"/>
                </a:lnTo>
                <a:lnTo>
                  <a:pt x="4855531" y="52947"/>
                </a:lnTo>
                <a:lnTo>
                  <a:pt x="4863687" y="65055"/>
                </a:lnTo>
                <a:lnTo>
                  <a:pt x="4875795" y="73211"/>
                </a:lnTo>
                <a:lnTo>
                  <a:pt x="4890643" y="76200"/>
                </a:lnTo>
                <a:lnTo>
                  <a:pt x="4905490" y="73211"/>
                </a:lnTo>
                <a:lnTo>
                  <a:pt x="4917598" y="65055"/>
                </a:lnTo>
                <a:lnTo>
                  <a:pt x="4925754" y="52947"/>
                </a:lnTo>
                <a:lnTo>
                  <a:pt x="4927464" y="44450"/>
                </a:lnTo>
                <a:lnTo>
                  <a:pt x="4890643" y="44450"/>
                </a:lnTo>
                <a:lnTo>
                  <a:pt x="4890643" y="31750"/>
                </a:lnTo>
                <a:lnTo>
                  <a:pt x="4927464" y="31750"/>
                </a:lnTo>
                <a:lnTo>
                  <a:pt x="4925754" y="23252"/>
                </a:lnTo>
                <a:lnTo>
                  <a:pt x="4917598" y="11144"/>
                </a:lnTo>
                <a:lnTo>
                  <a:pt x="4905490" y="2988"/>
                </a:lnTo>
                <a:lnTo>
                  <a:pt x="4890643" y="0"/>
                </a:lnTo>
                <a:close/>
              </a:path>
              <a:path w="4928870" h="76200">
                <a:moveTo>
                  <a:pt x="485382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853821" y="44450"/>
                </a:lnTo>
                <a:lnTo>
                  <a:pt x="4852543" y="38100"/>
                </a:lnTo>
                <a:lnTo>
                  <a:pt x="4853821" y="31750"/>
                </a:lnTo>
                <a:close/>
              </a:path>
              <a:path w="4928870" h="76200">
                <a:moveTo>
                  <a:pt x="4927464" y="31750"/>
                </a:moveTo>
                <a:lnTo>
                  <a:pt x="4890643" y="31750"/>
                </a:lnTo>
                <a:lnTo>
                  <a:pt x="4890643" y="44450"/>
                </a:lnTo>
                <a:lnTo>
                  <a:pt x="4927464" y="44450"/>
                </a:lnTo>
                <a:lnTo>
                  <a:pt x="4928743" y="38100"/>
                </a:lnTo>
                <a:lnTo>
                  <a:pt x="4927464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7249668" y="484631"/>
            <a:ext cx="4942840" cy="76200"/>
          </a:xfrm>
          <a:custGeom>
            <a:avLst/>
            <a:gdLst/>
            <a:ahLst/>
            <a:cxnLst/>
            <a:rect l="l" t="t" r="r" b="b"/>
            <a:pathLst>
              <a:path w="494284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4942840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4942840" h="76200">
                <a:moveTo>
                  <a:pt x="4942585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4942585" y="44450"/>
                </a:lnTo>
                <a:lnTo>
                  <a:pt x="4942585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095843" y="185087"/>
            <a:ext cx="1986852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Power Bi</a:t>
            </a:r>
            <a:br>
              <a:rPr lang="en-US"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13" y="936575"/>
            <a:ext cx="10649414" cy="508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525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5"/>
          <p:cNvSpPr/>
          <p:nvPr/>
        </p:nvSpPr>
        <p:spPr>
          <a:xfrm>
            <a:off x="0" y="484631"/>
            <a:ext cx="4928870" cy="76200"/>
          </a:xfrm>
          <a:custGeom>
            <a:avLst/>
            <a:gdLst/>
            <a:ahLst/>
            <a:cxnLst/>
            <a:rect l="l" t="t" r="r" b="b"/>
            <a:pathLst>
              <a:path w="4928870" h="76200">
                <a:moveTo>
                  <a:pt x="4890643" y="0"/>
                </a:moveTo>
                <a:lnTo>
                  <a:pt x="4875795" y="2988"/>
                </a:lnTo>
                <a:lnTo>
                  <a:pt x="4863687" y="11144"/>
                </a:lnTo>
                <a:lnTo>
                  <a:pt x="4855531" y="23252"/>
                </a:lnTo>
                <a:lnTo>
                  <a:pt x="4852543" y="38100"/>
                </a:lnTo>
                <a:lnTo>
                  <a:pt x="4855531" y="52947"/>
                </a:lnTo>
                <a:lnTo>
                  <a:pt x="4863687" y="65055"/>
                </a:lnTo>
                <a:lnTo>
                  <a:pt x="4875795" y="73211"/>
                </a:lnTo>
                <a:lnTo>
                  <a:pt x="4890643" y="76200"/>
                </a:lnTo>
                <a:lnTo>
                  <a:pt x="4905490" y="73211"/>
                </a:lnTo>
                <a:lnTo>
                  <a:pt x="4917598" y="65055"/>
                </a:lnTo>
                <a:lnTo>
                  <a:pt x="4925754" y="52947"/>
                </a:lnTo>
                <a:lnTo>
                  <a:pt x="4927464" y="44450"/>
                </a:lnTo>
                <a:lnTo>
                  <a:pt x="4890643" y="44450"/>
                </a:lnTo>
                <a:lnTo>
                  <a:pt x="4890643" y="31750"/>
                </a:lnTo>
                <a:lnTo>
                  <a:pt x="4927464" y="31750"/>
                </a:lnTo>
                <a:lnTo>
                  <a:pt x="4925754" y="23252"/>
                </a:lnTo>
                <a:lnTo>
                  <a:pt x="4917598" y="11144"/>
                </a:lnTo>
                <a:lnTo>
                  <a:pt x="4905490" y="2988"/>
                </a:lnTo>
                <a:lnTo>
                  <a:pt x="4890643" y="0"/>
                </a:lnTo>
                <a:close/>
              </a:path>
              <a:path w="4928870" h="76200">
                <a:moveTo>
                  <a:pt x="485382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853821" y="44450"/>
                </a:lnTo>
                <a:lnTo>
                  <a:pt x="4852543" y="38100"/>
                </a:lnTo>
                <a:lnTo>
                  <a:pt x="4853821" y="31750"/>
                </a:lnTo>
                <a:close/>
              </a:path>
              <a:path w="4928870" h="76200">
                <a:moveTo>
                  <a:pt x="4927464" y="31750"/>
                </a:moveTo>
                <a:lnTo>
                  <a:pt x="4890643" y="31750"/>
                </a:lnTo>
                <a:lnTo>
                  <a:pt x="4890643" y="44450"/>
                </a:lnTo>
                <a:lnTo>
                  <a:pt x="4927464" y="44450"/>
                </a:lnTo>
                <a:lnTo>
                  <a:pt x="4928743" y="38100"/>
                </a:lnTo>
                <a:lnTo>
                  <a:pt x="4927464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6"/>
          <p:cNvSpPr/>
          <p:nvPr/>
        </p:nvSpPr>
        <p:spPr>
          <a:xfrm>
            <a:off x="7249668" y="484631"/>
            <a:ext cx="4942840" cy="76200"/>
          </a:xfrm>
          <a:custGeom>
            <a:avLst/>
            <a:gdLst/>
            <a:ahLst/>
            <a:cxnLst/>
            <a:rect l="l" t="t" r="r" b="b"/>
            <a:pathLst>
              <a:path w="494284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4942840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4942840" h="76200">
                <a:moveTo>
                  <a:pt x="4942585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4942585" y="44450"/>
                </a:lnTo>
                <a:lnTo>
                  <a:pt x="4942585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7"/>
          <p:cNvSpPr txBox="1">
            <a:spLocks noGrp="1"/>
          </p:cNvSpPr>
          <p:nvPr>
            <p:ph type="title"/>
          </p:nvPr>
        </p:nvSpPr>
        <p:spPr>
          <a:xfrm>
            <a:off x="5095843" y="185087"/>
            <a:ext cx="1986852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Tableau</a:t>
            </a:r>
            <a:br>
              <a:rPr lang="en-US"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93" y="936575"/>
            <a:ext cx="10983951" cy="460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135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2443" y="484631"/>
            <a:ext cx="4829175" cy="76200"/>
          </a:xfrm>
          <a:custGeom>
            <a:avLst/>
            <a:gdLst/>
            <a:ahLst/>
            <a:cxnLst/>
            <a:rect l="l" t="t" r="r" b="b"/>
            <a:pathLst>
              <a:path w="4829175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4829175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4829175" h="76200">
                <a:moveTo>
                  <a:pt x="4829175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4829175" y="44450"/>
                </a:lnTo>
                <a:lnTo>
                  <a:pt x="4829175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88636" y="93075"/>
            <a:ext cx="2100070" cy="9355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2000" spc="-25" dirty="0">
                <a:latin typeface="Arial" panose="020B0604020202020204" pitchFamily="34" charset="0"/>
                <a:cs typeface="Arial" panose="020B0604020202020204" pitchFamily="34" charset="0"/>
              </a:rPr>
              <a:t>Chart </a:t>
            </a:r>
            <a:r>
              <a:rPr lang="en-US" sz="20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000" spc="-25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and Suggestions</a:t>
            </a:r>
            <a:endParaRPr sz="2000" spc="-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84631"/>
            <a:ext cx="4914900" cy="76200"/>
          </a:xfrm>
          <a:custGeom>
            <a:avLst/>
            <a:gdLst/>
            <a:ahLst/>
            <a:cxnLst/>
            <a:rect l="l" t="t" r="r" b="b"/>
            <a:pathLst>
              <a:path w="4914900" h="76200">
                <a:moveTo>
                  <a:pt x="4876800" y="0"/>
                </a:moveTo>
                <a:lnTo>
                  <a:pt x="4861952" y="2988"/>
                </a:lnTo>
                <a:lnTo>
                  <a:pt x="4849844" y="11144"/>
                </a:lnTo>
                <a:lnTo>
                  <a:pt x="4841688" y="23252"/>
                </a:lnTo>
                <a:lnTo>
                  <a:pt x="4838700" y="38100"/>
                </a:lnTo>
                <a:lnTo>
                  <a:pt x="4841688" y="52947"/>
                </a:lnTo>
                <a:lnTo>
                  <a:pt x="4849844" y="65055"/>
                </a:lnTo>
                <a:lnTo>
                  <a:pt x="4861952" y="73211"/>
                </a:lnTo>
                <a:lnTo>
                  <a:pt x="4876800" y="76200"/>
                </a:lnTo>
                <a:lnTo>
                  <a:pt x="4891647" y="73211"/>
                </a:lnTo>
                <a:lnTo>
                  <a:pt x="4903755" y="65055"/>
                </a:lnTo>
                <a:lnTo>
                  <a:pt x="4911911" y="52947"/>
                </a:lnTo>
                <a:lnTo>
                  <a:pt x="4913621" y="44450"/>
                </a:lnTo>
                <a:lnTo>
                  <a:pt x="4876800" y="44450"/>
                </a:lnTo>
                <a:lnTo>
                  <a:pt x="4876800" y="31750"/>
                </a:lnTo>
                <a:lnTo>
                  <a:pt x="4913621" y="31750"/>
                </a:lnTo>
                <a:lnTo>
                  <a:pt x="4911911" y="23252"/>
                </a:lnTo>
                <a:lnTo>
                  <a:pt x="4903755" y="11144"/>
                </a:lnTo>
                <a:lnTo>
                  <a:pt x="4891647" y="2988"/>
                </a:lnTo>
                <a:lnTo>
                  <a:pt x="4876800" y="0"/>
                </a:lnTo>
                <a:close/>
              </a:path>
              <a:path w="4914900" h="76200">
                <a:moveTo>
                  <a:pt x="483997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839978" y="44450"/>
                </a:lnTo>
                <a:lnTo>
                  <a:pt x="4838700" y="38100"/>
                </a:lnTo>
                <a:lnTo>
                  <a:pt x="4839978" y="31750"/>
                </a:lnTo>
                <a:close/>
              </a:path>
              <a:path w="4914900" h="76200">
                <a:moveTo>
                  <a:pt x="4913621" y="31750"/>
                </a:moveTo>
                <a:lnTo>
                  <a:pt x="4876800" y="31750"/>
                </a:lnTo>
                <a:lnTo>
                  <a:pt x="4876800" y="44450"/>
                </a:lnTo>
                <a:lnTo>
                  <a:pt x="4913621" y="44450"/>
                </a:lnTo>
                <a:lnTo>
                  <a:pt x="4914900" y="38100"/>
                </a:lnTo>
                <a:lnTo>
                  <a:pt x="4913621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4070195" y="1028588"/>
            <a:ext cx="7672039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>
                <a:latin typeface="Arial" panose="020B0604020202020204" pitchFamily="34" charset="0"/>
              </a:rPr>
              <a:t>Focus on Market Expansion:</a:t>
            </a:r>
            <a:r>
              <a:rPr lang="en-US" altLang="en-US" sz="1600" dirty="0">
                <a:latin typeface="Arial" panose="020B0604020202020204" pitchFamily="34" charset="0"/>
              </a:rPr>
              <a:t/>
            </a:r>
            <a:br>
              <a:rPr lang="en-US" altLang="en-US" sz="1600" dirty="0">
                <a:latin typeface="Arial" panose="020B0604020202020204" pitchFamily="34" charset="0"/>
              </a:rPr>
            </a:br>
            <a:r>
              <a:rPr lang="en-US" altLang="en-US" sz="1600" dirty="0">
                <a:latin typeface="Arial" panose="020B0604020202020204" pitchFamily="34" charset="0"/>
              </a:rPr>
              <a:t>New Delhi dominates with over 50% of restaurants — explore expansion in underrepresented cities like Pune, Vizag, and Chennai to balance market presence.</a:t>
            </a: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>
                <a:latin typeface="Arial" panose="020B0604020202020204" pitchFamily="34" charset="0"/>
              </a:rPr>
              <a:t>Cuisine Diversification:</a:t>
            </a:r>
            <a:r>
              <a:rPr lang="en-US" altLang="en-US" sz="1600" dirty="0">
                <a:latin typeface="Arial" panose="020B0604020202020204" pitchFamily="34" charset="0"/>
              </a:rPr>
              <a:t/>
            </a:r>
            <a:br>
              <a:rPr lang="en-US" altLang="en-US" sz="1600" dirty="0">
                <a:latin typeface="Arial" panose="020B0604020202020204" pitchFamily="34" charset="0"/>
              </a:rPr>
            </a:br>
            <a:r>
              <a:rPr lang="en-US" altLang="en-US" sz="1600" dirty="0">
                <a:latin typeface="Arial" panose="020B0604020202020204" pitchFamily="34" charset="0"/>
              </a:rPr>
              <a:t>North Indian and Chinese cuisines lead the listings. Introducing or promoting niche cuisines (e.g., continental or regional specialties) could attract new customer segments.</a:t>
            </a: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>
                <a:latin typeface="Arial" panose="020B0604020202020204" pitchFamily="34" charset="0"/>
              </a:rPr>
              <a:t>Boost Table Booking Adoption:</a:t>
            </a:r>
            <a:r>
              <a:rPr lang="en-US" altLang="en-US" sz="1600" dirty="0">
                <a:latin typeface="Arial" panose="020B0604020202020204" pitchFamily="34" charset="0"/>
              </a:rPr>
              <a:t/>
            </a:r>
            <a:br>
              <a:rPr lang="en-US" altLang="en-US" sz="1600" dirty="0">
                <a:latin typeface="Arial" panose="020B0604020202020204" pitchFamily="34" charset="0"/>
              </a:rPr>
            </a:br>
            <a:r>
              <a:rPr lang="en-US" altLang="en-US" sz="1600" dirty="0">
                <a:latin typeface="Arial" panose="020B0604020202020204" pitchFamily="34" charset="0"/>
              </a:rPr>
              <a:t>Only ~12% of restaurants offer table booking. Increasing partnerships with restaurants for reservations can enhance user convenience and loyalty.</a:t>
            </a: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>
                <a:latin typeface="Arial" panose="020B0604020202020204" pitchFamily="34" charset="0"/>
              </a:rPr>
              <a:t>Enhance Online Delivery Reach:</a:t>
            </a:r>
            <a:r>
              <a:rPr lang="en-US" altLang="en-US" sz="1600" dirty="0">
                <a:latin typeface="Arial" panose="020B0604020202020204" pitchFamily="34" charset="0"/>
              </a:rPr>
              <a:t/>
            </a:r>
            <a:br>
              <a:rPr lang="en-US" altLang="en-US" sz="1600" dirty="0">
                <a:latin typeface="Arial" panose="020B0604020202020204" pitchFamily="34" charset="0"/>
              </a:rPr>
            </a:br>
            <a:r>
              <a:rPr lang="en-US" altLang="en-US" sz="1600" dirty="0">
                <a:latin typeface="Arial" panose="020B0604020202020204" pitchFamily="34" charset="0"/>
              </a:rPr>
              <a:t>About 77% of restaurants provide online delivery — aim for 90%+ by onboarding smaller eateries, especially in Tier-2 cities, to capture growing delivery demand.</a:t>
            </a: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>
                <a:latin typeface="Arial" panose="020B0604020202020204" pitchFamily="34" charset="0"/>
              </a:rPr>
              <a:t>Improve Customer Ratings:</a:t>
            </a:r>
            <a:r>
              <a:rPr lang="en-US" altLang="en-US" sz="1600" dirty="0">
                <a:latin typeface="Arial" panose="020B0604020202020204" pitchFamily="34" charset="0"/>
              </a:rPr>
              <a:t/>
            </a:r>
            <a:br>
              <a:rPr lang="en-US" altLang="en-US" sz="1600" dirty="0">
                <a:latin typeface="Arial" panose="020B0604020202020204" pitchFamily="34" charset="0"/>
              </a:rPr>
            </a:br>
            <a:r>
              <a:rPr lang="en-US" altLang="en-US" sz="1600" dirty="0">
                <a:latin typeface="Arial" panose="020B0604020202020204" pitchFamily="34" charset="0"/>
              </a:rPr>
              <a:t>The overall average rating (2.89) is relatively low. Focus on quality control, customer feedback, and top-rated restaurant promotion to uplift the platform’s reputation.</a:t>
            </a:r>
          </a:p>
          <a:p>
            <a:pPr marL="228600" indent="-228600">
              <a:buFont typeface="+mj-lt"/>
              <a:buAutoNum type="arabicPeriod"/>
            </a:pPr>
            <a:endParaRPr lang="en-IN" sz="16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95" y="948319"/>
            <a:ext cx="38100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506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7000" y="2362200"/>
            <a:ext cx="7010400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000" dirty="0" smtClean="0">
                <a:ln w="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glow rad="101600">
                    <a:schemeClr val="bg1">
                      <a:alpha val="60000"/>
                    </a:scheme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Thank You</a:t>
            </a:r>
            <a:endParaRPr lang="en-US" sz="8000" dirty="0">
              <a:ln w="0">
                <a:solidFill>
                  <a:schemeClr val="bg1"/>
                </a:solidFill>
              </a:ln>
              <a:solidFill>
                <a:srgbClr val="FF0000"/>
              </a:solidFill>
              <a:effectLst>
                <a:glow rad="101600">
                  <a:schemeClr val="bg1">
                    <a:alpha val="60000"/>
                  </a:scheme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0668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Main Event</Template>
  <TotalTime>184</TotalTime>
  <Words>122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Impact</vt:lpstr>
      <vt:lpstr>Segoe UI Light</vt:lpstr>
      <vt:lpstr>Tahoma</vt:lpstr>
      <vt:lpstr>Main Event</vt:lpstr>
      <vt:lpstr>Zomato Analysis</vt:lpstr>
      <vt:lpstr>Agenda</vt:lpstr>
      <vt:lpstr>Company Overview</vt:lpstr>
      <vt:lpstr>Data Model</vt:lpstr>
      <vt:lpstr>Key Performance Indicators</vt:lpstr>
      <vt:lpstr>EXCEL dashboard</vt:lpstr>
      <vt:lpstr>Power Bi Dashboard</vt:lpstr>
      <vt:lpstr>Tableau Dashboard</vt:lpstr>
      <vt:lpstr>Chart  and Suggestions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Hospitality Analysis</dc:title>
  <dc:creator>HOME-PC</dc:creator>
  <cp:lastModifiedBy>HOME-PC</cp:lastModifiedBy>
  <cp:revision>22</cp:revision>
  <dcterms:created xsi:type="dcterms:W3CDTF">2025-11-12T18:39:51Z</dcterms:created>
  <dcterms:modified xsi:type="dcterms:W3CDTF">2025-11-13T13:14:22Z</dcterms:modified>
</cp:coreProperties>
</file>